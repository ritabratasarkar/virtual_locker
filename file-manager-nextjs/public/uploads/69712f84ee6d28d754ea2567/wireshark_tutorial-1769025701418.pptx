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6" r:id="rId14"/>
    <p:sldId id="267" r:id="rId15"/>
    <p:sldId id="313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314" r:id="rId24"/>
    <p:sldId id="315" r:id="rId25"/>
  </p:sldIdLst>
  <p:sldSz cx="9144000" cy="5143500" type="screen16x9"/>
  <p:notesSz cx="6858000" cy="9144000"/>
  <p:embeddedFontLst>
    <p:embeddedFont>
      <p:font typeface="Arial Narrow" panose="020B06060202020A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gDxW0muWjKO8omyPhsawCO2edB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AA878-DF43-9025-BE44-FD3F54F6EDC8}" v="1" dt="2026-01-08T09:06:53.514"/>
    <p1510:client id="{0F9DE777-0205-04AB-BBB5-17666D5FC8C0}" v="2" dt="2026-01-08T10:05:35.945"/>
    <p1510:client id="{166AA9E4-7491-CA68-908B-F6A5FEBF203F}" v="3" dt="2026-01-08T09:46:14.916"/>
    <p1510:client id="{17802AA5-06B5-10DF-CF72-53785C285A1B}" v="1" dt="2026-01-08T08:51:43.236"/>
    <p1510:client id="{1B1756DD-F7DE-7FF1-515B-6A62619ABDD2}" v="1" dt="2026-01-08T09:04:14.331"/>
    <p1510:client id="{29779037-1FB3-0597-1F7D-0B4A1F9DCC52}" v="34" dt="2026-01-08T09:02:30.821"/>
    <p1510:client id="{2EB2A906-A023-2F02-D1B7-F34B32D120F7}" v="18" dt="2026-01-08T09:16:20.271"/>
    <p1510:client id="{34377CFF-51E6-F066-F5DD-9FE8A2F6F8CB}" v="2" dt="2026-01-08T08:51:14.052"/>
    <p1510:client id="{37591278-EC9C-1E7B-42E0-649A6F9DCFEA}" v="1" dt="2026-01-08T15:01:06.806"/>
    <p1510:client id="{45E35C62-CA7B-50C0-DAE3-290B662732FE}" v="2" dt="2026-01-08T10:09:28.559"/>
    <p1510:client id="{49E26FDD-E32E-3AD6-AE41-7CB14F8F3813}" v="7" dt="2026-01-08T08:52:20.191"/>
    <p1510:client id="{4A10E815-8ADE-AF31-525A-014916AD1E34}" v="29" dt="2026-01-08T10:13:08.505"/>
    <p1510:client id="{526CEB9E-3C39-8D09-4D6D-912E9656E56F}" v="2" dt="2026-01-08T09:03:12.270"/>
    <p1510:client id="{55BBEDA4-E338-3A2A-2B20-09DAF982A642}" v="1" dt="2026-01-08T11:02:49.991"/>
    <p1510:client id="{578BF05B-2CF7-319D-E81C-DEC4F32FEC27}" v="9" dt="2026-01-08T08:56:52.732"/>
    <p1510:client id="{5C7BC22D-9BBC-B399-BB39-05E767614BCB}" v="1" dt="2026-01-08T10:08:08.608"/>
    <p1510:client id="{5E267ADD-3C20-17B4-08F3-0076A8DABDF8}" v="8" dt="2026-01-08T08:50:31.157"/>
    <p1510:client id="{5E3F1D2C-B2A0-3F29-E4E8-E0A818C7289E}" v="3" dt="2026-01-08T09:05:19.199"/>
    <p1510:client id="{6703433A-C06F-41E4-6824-80620CD06908}" v="15" dt="2026-01-08T09:49:19.005"/>
    <p1510:client id="{725B3E16-D24C-5CA0-CA2A-DA040CE1B8AB}" v="136" dt="2026-01-08T10:06:20.824"/>
    <p1510:client id="{7A087A63-86B6-825C-01FA-5FF918CC2A2D}" v="1" dt="2026-01-08T09:19:11.808"/>
    <p1510:client id="{8D7CFD52-2A6A-7F91-FB05-D865BBC55A94}" v="1" dt="2026-01-08T09:26:53.197"/>
    <p1510:client id="{8F1A9A69-52BF-A364-D9FB-68B5259BA87A}" v="3" dt="2026-01-08T09:05:35.013"/>
    <p1510:client id="{A035F58C-535A-7A48-CF78-6D5E86D42FEF}" v="4" dt="2026-01-08T08:57:59.506"/>
    <p1510:client id="{A14C0A15-627B-9ED5-B6AC-3FF3EA6A1F98}" v="3" dt="2026-01-08T12:16:06.040"/>
    <p1510:client id="{ACD4D9BE-1CC8-D54C-1D79-56FEEC126621}" v="8" dt="2026-01-08T08:59:15.194"/>
    <p1510:client id="{AF922F79-BE5C-E048-8DB9-05D5FEC49FBF}" v="1" dt="2026-01-08T09:03:38.119"/>
    <p1510:client id="{B08188D9-F5CA-871E-1AAD-C26941F06CD1}" v="5" dt="2026-01-08T09:55:05.885"/>
    <p1510:client id="{C3A6299E-58F5-4A16-0F1E-4FAA1386ED6A}" v="5" dt="2026-01-08T10:08:37.668"/>
    <p1510:client id="{C421C09A-F137-45AB-B532-C66197271516}" v="21" dt="2026-01-08T05:34:57.683"/>
    <p1510:client id="{C7AB364A-6D16-663A-3003-64BF96FB7C91}" v="3" dt="2026-01-08T09:18:21.805"/>
    <p1510:client id="{C87A88A8-CC40-FF6D-75E1-2ACB28597796}" v="29" dt="2026-01-08T09:01:34.945"/>
    <p1510:client id="{D5806D16-4F34-F5CA-A1F3-8CF345619BBA}" v="9" dt="2026-01-08T10:04:54.280"/>
    <p1510:client id="{DCB7F622-8A64-2EE1-FB71-D4D680779AEB}" v="1" dt="2026-01-08T08:56:58.141"/>
    <p1510:client id="{DF119037-6EF2-6C78-1A57-3A9B65E78A36}" v="1" dt="2026-01-08T08:57:59.638"/>
    <p1510:client id="{E5895F6B-01BB-B93C-4D38-11EEB412337F}" v="23" dt="2026-01-08T09:04:45.187"/>
    <p1510:client id="{EA47313E-0126-6436-47C8-F3B003688C92}" v="103" dt="2026-01-08T09:04:28.945"/>
    <p1510:client id="{F5159BBE-C2DB-D7C8-A95F-B482E78ABDF2}" v="6" dt="2026-01-08T10:10:20.973"/>
    <p1510:client id="{F5DEF243-5584-59CC-B445-C00FA74E7065}" v="119" dt="2026-01-08T09:06:03.510"/>
    <p1510:client id="{F99F2DF2-60B8-569B-DB11-8FDBA6A094DB}" v="7" dt="2026-01-08T09:45:38.110"/>
    <p1510:client id="{F9B4960B-3992-6E38-A772-9AAD0AB59219}" v="5" dt="2026-01-08T08:52:35.891"/>
  </p1510:revLst>
</p1510:revInfo>
</file>

<file path=ppt/tableStyles.xml><?xml version="1.0" encoding="utf-8"?>
<a:tblStyleLst xmlns:a="http://schemas.openxmlformats.org/drawingml/2006/main" def="{552E5756-A256-4BA7-9D4A-D14F59A3AC41}">
  <a:tblStyle styleId="{552E5756-A256-4BA7-9D4A-D14F59A3AC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73" Type="http://customschemas.google.com/relationships/presentationmetadata" Target="metadata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rima Datta" userId="6d4c02040084dea1" providerId="LiveId" clId="{E72EF062-9A17-406F-AB71-A9175BC20D2E}"/>
    <pc:docChg chg="undo custSel addSld delSld modSld sldOrd">
      <pc:chgData name="Suvrima Datta" userId="6d4c02040084dea1" providerId="LiveId" clId="{E72EF062-9A17-406F-AB71-A9175BC20D2E}" dt="2026-01-08T05:38:37.631" v="1741"/>
      <pc:docMkLst>
        <pc:docMk/>
      </pc:docMkLst>
      <pc:sldChg chg="addSp delSp mod">
        <pc:chgData name="Suvrima Datta" userId="6d4c02040084dea1" providerId="LiveId" clId="{E72EF062-9A17-406F-AB71-A9175BC20D2E}" dt="2026-01-08T05:37:00.428" v="1739" actId="21"/>
        <pc:sldMkLst>
          <pc:docMk/>
          <pc:sldMk cId="0" sldId="256"/>
        </pc:sldMkLst>
        <pc:spChg chg="add del">
          <ac:chgData name="Suvrima Datta" userId="6d4c02040084dea1" providerId="LiveId" clId="{E72EF062-9A17-406F-AB71-A9175BC20D2E}" dt="2026-01-08T05:37:00.428" v="1739" actId="21"/>
          <ac:spMkLst>
            <pc:docMk/>
            <pc:sldMk cId="0" sldId="256"/>
            <ac:spMk id="79" creationId="{00000000-0000-0000-0000-000000000000}"/>
          </ac:spMkLst>
        </pc:spChg>
      </pc:sldChg>
      <pc:sldChg chg="modSp mod">
        <pc:chgData name="Suvrima Datta" userId="6d4c02040084dea1" providerId="LiveId" clId="{E72EF062-9A17-406F-AB71-A9175BC20D2E}" dt="2026-01-07T06:03:39.712" v="0" actId="2711"/>
        <pc:sldMkLst>
          <pc:docMk/>
          <pc:sldMk cId="0" sldId="257"/>
        </pc:sldMkLst>
        <pc:spChg chg="mod">
          <ac:chgData name="Suvrima Datta" userId="6d4c02040084dea1" providerId="LiveId" clId="{E72EF062-9A17-406F-AB71-A9175BC20D2E}" dt="2026-01-07T06:03:39.712" v="0" actId="2711"/>
          <ac:spMkLst>
            <pc:docMk/>
            <pc:sldMk cId="0" sldId="257"/>
            <ac:spMk id="3" creationId="{FB0D240F-4A94-88A7-B940-29A6A681F417}"/>
          </ac:spMkLst>
        </pc:spChg>
      </pc:sldChg>
      <pc:sldChg chg="modSp mod">
        <pc:chgData name="Suvrima Datta" userId="6d4c02040084dea1" providerId="LiveId" clId="{E72EF062-9A17-406F-AB71-A9175BC20D2E}" dt="2026-01-07T06:03:48.756" v="1" actId="2711"/>
        <pc:sldMkLst>
          <pc:docMk/>
          <pc:sldMk cId="0" sldId="258"/>
        </pc:sldMkLst>
        <pc:spChg chg="mod">
          <ac:chgData name="Suvrima Datta" userId="6d4c02040084dea1" providerId="LiveId" clId="{E72EF062-9A17-406F-AB71-A9175BC20D2E}" dt="2026-01-07T06:03:48.756" v="1" actId="2711"/>
          <ac:spMkLst>
            <pc:docMk/>
            <pc:sldMk cId="0" sldId="258"/>
            <ac:spMk id="95" creationId="{00000000-0000-0000-0000-000000000000}"/>
          </ac:spMkLst>
        </pc:spChg>
      </pc:sldChg>
      <pc:sldChg chg="addSp modSp mod">
        <pc:chgData name="Suvrima Datta" userId="6d4c02040084dea1" providerId="LiveId" clId="{E72EF062-9A17-406F-AB71-A9175BC20D2E}" dt="2026-01-07T06:13:00.185" v="12" actId="1076"/>
        <pc:sldMkLst>
          <pc:docMk/>
          <pc:sldMk cId="0" sldId="259"/>
        </pc:sldMkLst>
        <pc:spChg chg="mod">
          <ac:chgData name="Suvrima Datta" userId="6d4c02040084dea1" providerId="LiveId" clId="{E72EF062-9A17-406F-AB71-A9175BC20D2E}" dt="2026-01-07T06:10:58.607" v="6" actId="1076"/>
          <ac:spMkLst>
            <pc:docMk/>
            <pc:sldMk cId="0" sldId="259"/>
            <ac:spMk id="2" creationId="{F122DEAF-F446-E2B2-6DFA-B5E489C615FB}"/>
          </ac:spMkLst>
        </pc:spChg>
        <pc:picChg chg="add mod">
          <ac:chgData name="Suvrima Datta" userId="6d4c02040084dea1" providerId="LiveId" clId="{E72EF062-9A17-406F-AB71-A9175BC20D2E}" dt="2026-01-07T06:11:05.137" v="8" actId="1076"/>
          <ac:picMkLst>
            <pc:docMk/>
            <pc:sldMk cId="0" sldId="259"/>
            <ac:picMk id="4" creationId="{0C5D8653-A67C-50F0-E0A4-44052B35AFE4}"/>
          </ac:picMkLst>
        </pc:picChg>
        <pc:picChg chg="add mod">
          <ac:chgData name="Suvrima Datta" userId="6d4c02040084dea1" providerId="LiveId" clId="{E72EF062-9A17-406F-AB71-A9175BC20D2E}" dt="2026-01-07T06:13:00.185" v="12" actId="1076"/>
          <ac:picMkLst>
            <pc:docMk/>
            <pc:sldMk cId="0" sldId="259"/>
            <ac:picMk id="6" creationId="{80C8384C-19EF-CDDD-BBE1-B5E65A994E41}"/>
          </ac:picMkLst>
        </pc:picChg>
      </pc:sldChg>
      <pc:sldChg chg="addSp delSp modSp mod">
        <pc:chgData name="Suvrima Datta" userId="6d4c02040084dea1" providerId="LiveId" clId="{E72EF062-9A17-406F-AB71-A9175BC20D2E}" dt="2026-01-07T11:41:22.783" v="470" actId="5793"/>
        <pc:sldMkLst>
          <pc:docMk/>
          <pc:sldMk cId="0" sldId="260"/>
        </pc:sldMkLst>
        <pc:spChg chg="add mod">
          <ac:chgData name="Suvrima Datta" userId="6d4c02040084dea1" providerId="LiveId" clId="{E72EF062-9A17-406F-AB71-A9175BC20D2E}" dt="2026-01-07T06:36:21.719" v="44" actId="1582"/>
          <ac:spMkLst>
            <pc:docMk/>
            <pc:sldMk cId="0" sldId="260"/>
            <ac:spMk id="4" creationId="{05147A1D-24F7-BA48-7C96-2930ACBE4A51}"/>
          </ac:spMkLst>
        </pc:spChg>
        <pc:spChg chg="add mod">
          <ac:chgData name="Suvrima Datta" userId="6d4c02040084dea1" providerId="LiveId" clId="{E72EF062-9A17-406F-AB71-A9175BC20D2E}" dt="2026-01-07T06:37:17.926" v="63" actId="2711"/>
          <ac:spMkLst>
            <pc:docMk/>
            <pc:sldMk cId="0" sldId="260"/>
            <ac:spMk id="7" creationId="{1FDEADD2-E632-5D06-6DDD-8BFDBDE334A3}"/>
          </ac:spMkLst>
        </pc:spChg>
        <pc:spChg chg="mod">
          <ac:chgData name="Suvrima Datta" userId="6d4c02040084dea1" providerId="LiveId" clId="{E72EF062-9A17-406F-AB71-A9175BC20D2E}" dt="2026-01-07T11:41:22.783" v="470" actId="5793"/>
          <ac:spMkLst>
            <pc:docMk/>
            <pc:sldMk cId="0" sldId="260"/>
            <ac:spMk id="128" creationId="{00000000-0000-0000-0000-000000000000}"/>
          </ac:spMkLst>
        </pc:spChg>
        <pc:spChg chg="mod">
          <ac:chgData name="Suvrima Datta" userId="6d4c02040084dea1" providerId="LiveId" clId="{E72EF062-9A17-406F-AB71-A9175BC20D2E}" dt="2026-01-07T06:14:20.746" v="31" actId="20577"/>
          <ac:spMkLst>
            <pc:docMk/>
            <pc:sldMk cId="0" sldId="260"/>
            <ac:spMk id="129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06:34:36.910" v="38" actId="1076"/>
          <ac:picMkLst>
            <pc:docMk/>
            <pc:sldMk cId="0" sldId="260"/>
            <ac:picMk id="3" creationId="{A75F4988-E9EE-04CD-5E37-16556697FA0C}"/>
          </ac:picMkLst>
        </pc:picChg>
        <pc:picChg chg="del">
          <ac:chgData name="Suvrima Datta" userId="6d4c02040084dea1" providerId="LiveId" clId="{E72EF062-9A17-406F-AB71-A9175BC20D2E}" dt="2026-01-07T06:33:47.626" v="32" actId="478"/>
          <ac:picMkLst>
            <pc:docMk/>
            <pc:sldMk cId="0" sldId="260"/>
            <ac:picMk id="130" creationId="{00000000-0000-0000-0000-000000000000}"/>
          </ac:picMkLst>
        </pc:picChg>
        <pc:cxnChg chg="add mod">
          <ac:chgData name="Suvrima Datta" userId="6d4c02040084dea1" providerId="LiveId" clId="{E72EF062-9A17-406F-AB71-A9175BC20D2E}" dt="2026-01-07T06:36:44.930" v="47" actId="1582"/>
          <ac:cxnSpMkLst>
            <pc:docMk/>
            <pc:sldMk cId="0" sldId="260"/>
            <ac:cxnSpMk id="6" creationId="{5C5D2D5E-742A-B836-468B-FE78E4C06F78}"/>
          </ac:cxnSpMkLst>
        </pc:cxnChg>
      </pc:sldChg>
      <pc:sldChg chg="addSp delSp modSp mod ord">
        <pc:chgData name="Suvrima Datta" userId="6d4c02040084dea1" providerId="LiveId" clId="{E72EF062-9A17-406F-AB71-A9175BC20D2E}" dt="2026-01-08T05:38:37.631" v="1741"/>
        <pc:sldMkLst>
          <pc:docMk/>
          <pc:sldMk cId="0" sldId="261"/>
        </pc:sldMkLst>
        <pc:spChg chg="mod">
          <ac:chgData name="Suvrima Datta" userId="6d4c02040084dea1" providerId="LiveId" clId="{E72EF062-9A17-406F-AB71-A9175BC20D2E}" dt="2026-01-07T06:37:32.795" v="65" actId="6549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06:56:34.216" v="84" actId="20577"/>
          <ac:spMkLst>
            <pc:docMk/>
            <pc:sldMk cId="0" sldId="261"/>
            <ac:spMk id="13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06:58:11.740" v="88" actId="14100"/>
          <ac:picMkLst>
            <pc:docMk/>
            <pc:sldMk cId="0" sldId="261"/>
            <ac:picMk id="3" creationId="{E4942E6A-4042-1AA1-4562-E842FD18BFFD}"/>
          </ac:picMkLst>
        </pc:picChg>
        <pc:picChg chg="del">
          <ac:chgData name="Suvrima Datta" userId="6d4c02040084dea1" providerId="LiveId" clId="{E72EF062-9A17-406F-AB71-A9175BC20D2E}" dt="2026-01-07T06:37:28.953" v="64" actId="478"/>
          <ac:picMkLst>
            <pc:docMk/>
            <pc:sldMk cId="0" sldId="261"/>
            <ac:picMk id="137" creationId="{00000000-0000-0000-0000-000000000000}"/>
          </ac:picMkLst>
        </pc:picChg>
      </pc:sldChg>
      <pc:sldChg chg="addSp delSp modSp mod">
        <pc:chgData name="Suvrima Datta" userId="6d4c02040084dea1" providerId="LiveId" clId="{E72EF062-9A17-406F-AB71-A9175BC20D2E}" dt="2026-01-07T10:55:20.799" v="174" actId="2711"/>
        <pc:sldMkLst>
          <pc:docMk/>
          <pc:sldMk cId="0" sldId="262"/>
        </pc:sldMkLst>
        <pc:spChg chg="add mod">
          <ac:chgData name="Suvrima Datta" userId="6d4c02040084dea1" providerId="LiveId" clId="{E72EF062-9A17-406F-AB71-A9175BC20D2E}" dt="2026-01-07T10:54:26.789" v="128" actId="208"/>
          <ac:spMkLst>
            <pc:docMk/>
            <pc:sldMk cId="0" sldId="262"/>
            <ac:spMk id="4" creationId="{FC98C8F9-61B2-D618-D5B5-AF746EB8201E}"/>
          </ac:spMkLst>
        </pc:spChg>
        <pc:spChg chg="add mod">
          <ac:chgData name="Suvrima Datta" userId="6d4c02040084dea1" providerId="LiveId" clId="{E72EF062-9A17-406F-AB71-A9175BC20D2E}" dt="2026-01-07T10:55:20.799" v="174" actId="2711"/>
          <ac:spMkLst>
            <pc:docMk/>
            <pc:sldMk cId="0" sldId="262"/>
            <ac:spMk id="9" creationId="{B14E3ECD-B02A-7182-92FF-810C342890E7}"/>
          </ac:spMkLst>
        </pc:spChg>
        <pc:spChg chg="mod">
          <ac:chgData name="Suvrima Datta" userId="6d4c02040084dea1" providerId="LiveId" clId="{E72EF062-9A17-406F-AB71-A9175BC20D2E}" dt="2026-01-07T10:52:30.851" v="117" actId="20577"/>
          <ac:spMkLst>
            <pc:docMk/>
            <pc:sldMk cId="0" sldId="262"/>
            <ac:spMk id="142" creationId="{00000000-0000-0000-0000-000000000000}"/>
          </ac:spMkLst>
        </pc:spChg>
        <pc:spChg chg="del">
          <ac:chgData name="Suvrima Datta" userId="6d4c02040084dea1" providerId="LiveId" clId="{E72EF062-9A17-406F-AB71-A9175BC20D2E}" dt="2026-01-07T07:48:41.642" v="89" actId="478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Suvrima Datta" userId="6d4c02040084dea1" providerId="LiveId" clId="{E72EF062-9A17-406F-AB71-A9175BC20D2E}" dt="2026-01-07T07:48:43.385" v="90" actId="478"/>
          <ac:spMkLst>
            <pc:docMk/>
            <pc:sldMk cId="0" sldId="262"/>
            <ac:spMk id="144" creationId="{00000000-0000-0000-0000-000000000000}"/>
          </ac:spMkLst>
        </pc:spChg>
        <pc:spChg chg="del">
          <ac:chgData name="Suvrima Datta" userId="6d4c02040084dea1" providerId="LiveId" clId="{E72EF062-9A17-406F-AB71-A9175BC20D2E}" dt="2026-01-07T07:48:45.389" v="91" actId="478"/>
          <ac:spMkLst>
            <pc:docMk/>
            <pc:sldMk cId="0" sldId="262"/>
            <ac:spMk id="145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0:54:10.558" v="125" actId="1076"/>
          <ac:picMkLst>
            <pc:docMk/>
            <pc:sldMk cId="0" sldId="262"/>
            <ac:picMk id="3" creationId="{B7E08704-D8A5-DD7A-7363-596ADA1DAC5B}"/>
          </ac:picMkLst>
        </pc:picChg>
        <pc:cxnChg chg="add mod">
          <ac:chgData name="Suvrima Datta" userId="6d4c02040084dea1" providerId="LiveId" clId="{E72EF062-9A17-406F-AB71-A9175BC20D2E}" dt="2026-01-07T10:54:47.459" v="134" actId="1582"/>
          <ac:cxnSpMkLst>
            <pc:docMk/>
            <pc:sldMk cId="0" sldId="262"/>
            <ac:cxnSpMk id="6" creationId="{C2235218-823E-A579-06F9-60768EE1065D}"/>
          </ac:cxnSpMkLst>
        </pc:cxnChg>
      </pc:sldChg>
      <pc:sldChg chg="addSp delSp modSp mod">
        <pc:chgData name="Suvrima Datta" userId="6d4c02040084dea1" providerId="LiveId" clId="{E72EF062-9A17-406F-AB71-A9175BC20D2E}" dt="2026-01-07T11:30:32.375" v="318" actId="1076"/>
        <pc:sldMkLst>
          <pc:docMk/>
          <pc:sldMk cId="0" sldId="263"/>
        </pc:sldMkLst>
        <pc:spChg chg="add mod">
          <ac:chgData name="Suvrima Datta" userId="6d4c02040084dea1" providerId="LiveId" clId="{E72EF062-9A17-406F-AB71-A9175BC20D2E}" dt="2026-01-07T11:30:29.779" v="317" actId="1076"/>
          <ac:spMkLst>
            <pc:docMk/>
            <pc:sldMk cId="0" sldId="263"/>
            <ac:spMk id="2" creationId="{AEA8AA28-2772-6BA4-B6EF-639CA23288F2}"/>
          </ac:spMkLst>
        </pc:spChg>
        <pc:spChg chg="mod">
          <ac:chgData name="Suvrima Datta" userId="6d4c02040084dea1" providerId="LiveId" clId="{E72EF062-9A17-406F-AB71-A9175BC20D2E}" dt="2026-01-07T11:29:07.480" v="313" actId="20577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0:55:28.310" v="176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0:55:26.088" v="175" actId="478"/>
          <ac:spMkLst>
            <pc:docMk/>
            <pc:sldMk cId="0" sldId="263"/>
            <ac:spMk id="152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0:55:36.278" v="179" actId="478"/>
          <ac:spMkLst>
            <pc:docMk/>
            <pc:sldMk cId="0" sldId="263"/>
            <ac:spMk id="153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0:55:34.619" v="178" actId="478"/>
          <ac:spMkLst>
            <pc:docMk/>
            <pc:sldMk cId="0" sldId="263"/>
            <ac:spMk id="154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0:55:32.868" v="177" actId="478"/>
          <ac:spMkLst>
            <pc:docMk/>
            <pc:sldMk cId="0" sldId="263"/>
            <ac:spMk id="155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30:32.375" v="318" actId="1076"/>
          <ac:picMkLst>
            <pc:docMk/>
            <pc:sldMk cId="0" sldId="263"/>
            <ac:picMk id="4" creationId="{519634C0-83A3-5F93-B115-60998D50A88B}"/>
          </ac:picMkLst>
        </pc:picChg>
      </pc:sldChg>
      <pc:sldChg chg="addSp delSp modSp mod">
        <pc:chgData name="Suvrima Datta" userId="6d4c02040084dea1" providerId="LiveId" clId="{E72EF062-9A17-406F-AB71-A9175BC20D2E}" dt="2026-01-07T11:42:04.266" v="474" actId="1076"/>
        <pc:sldMkLst>
          <pc:docMk/>
          <pc:sldMk cId="0" sldId="264"/>
        </pc:sldMkLst>
        <pc:spChg chg="add mod">
          <ac:chgData name="Suvrima Datta" userId="6d4c02040084dea1" providerId="LiveId" clId="{E72EF062-9A17-406F-AB71-A9175BC20D2E}" dt="2026-01-07T11:34:09.415" v="434" actId="1076"/>
          <ac:spMkLst>
            <pc:docMk/>
            <pc:sldMk cId="0" sldId="264"/>
            <ac:spMk id="2" creationId="{EB63EE31-E5A6-F7B5-D9AC-6BC7E03C5B04}"/>
          </ac:spMkLst>
        </pc:spChg>
        <pc:spChg chg="add mod">
          <ac:chgData name="Suvrima Datta" userId="6d4c02040084dea1" providerId="LiveId" clId="{E72EF062-9A17-406F-AB71-A9175BC20D2E}" dt="2026-01-07T11:34:46.184" v="439" actId="208"/>
          <ac:spMkLst>
            <pc:docMk/>
            <pc:sldMk cId="0" sldId="264"/>
            <ac:spMk id="5" creationId="{B225598D-9256-6514-26EC-5CDB85CA3D01}"/>
          </ac:spMkLst>
        </pc:spChg>
        <pc:spChg chg="add mod">
          <ac:chgData name="Suvrima Datta" userId="6d4c02040084dea1" providerId="LiveId" clId="{E72EF062-9A17-406F-AB71-A9175BC20D2E}" dt="2026-01-07T11:42:04.266" v="474" actId="1076"/>
          <ac:spMkLst>
            <pc:docMk/>
            <pc:sldMk cId="0" sldId="264"/>
            <ac:spMk id="8" creationId="{2A7E651F-1FD2-4F34-F572-033ECE9FB584}"/>
          </ac:spMkLst>
        </pc:spChg>
        <pc:spChg chg="mod">
          <ac:chgData name="Suvrima Datta" userId="6d4c02040084dea1" providerId="LiveId" clId="{E72EF062-9A17-406F-AB71-A9175BC20D2E}" dt="2026-01-07T11:32:10.011" v="352" actId="20577"/>
          <ac:spMkLst>
            <pc:docMk/>
            <pc:sldMk cId="0" sldId="264"/>
            <ac:spMk id="160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0:50.746" v="320" actId="478"/>
          <ac:spMkLst>
            <pc:docMk/>
            <pc:sldMk cId="0" sldId="264"/>
            <ac:spMk id="161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0:48.846" v="319" actId="478"/>
          <ac:spMkLst>
            <pc:docMk/>
            <pc:sldMk cId="0" sldId="264"/>
            <ac:spMk id="162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22.010" v="335" actId="478"/>
          <ac:spMkLst>
            <pc:docMk/>
            <pc:sldMk cId="0" sldId="264"/>
            <ac:spMk id="163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20.031" v="334" actId="478"/>
          <ac:spMkLst>
            <pc:docMk/>
            <pc:sldMk cId="0" sldId="264"/>
            <ac:spMk id="164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07.470" v="327" actId="478"/>
          <ac:spMkLst>
            <pc:docMk/>
            <pc:sldMk cId="0" sldId="264"/>
            <ac:spMk id="165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0:53.695" v="321" actId="478"/>
          <ac:spMkLst>
            <pc:docMk/>
            <pc:sldMk cId="0" sldId="264"/>
            <ac:spMk id="166" creationId="{00000000-0000-0000-0000-000000000000}"/>
          </ac:spMkLst>
        </pc:spChg>
        <pc:spChg chg="del mod">
          <ac:chgData name="Suvrima Datta" userId="6d4c02040084dea1" providerId="LiveId" clId="{E72EF062-9A17-406F-AB71-A9175BC20D2E}" dt="2026-01-07T11:30:57.860" v="323" actId="478"/>
          <ac:spMkLst>
            <pc:docMk/>
            <pc:sldMk cId="0" sldId="264"/>
            <ac:spMk id="167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0:59.733" v="324" actId="478"/>
          <ac:spMkLst>
            <pc:docMk/>
            <pc:sldMk cId="0" sldId="264"/>
            <ac:spMk id="168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01.586" v="325" actId="478"/>
          <ac:spMkLst>
            <pc:docMk/>
            <pc:sldMk cId="0" sldId="264"/>
            <ac:spMk id="169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09.654" v="328" actId="478"/>
          <ac:spMkLst>
            <pc:docMk/>
            <pc:sldMk cId="0" sldId="264"/>
            <ac:spMk id="170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11.426" v="329" actId="478"/>
          <ac:spMkLst>
            <pc:docMk/>
            <pc:sldMk cId="0" sldId="264"/>
            <ac:spMk id="171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13.185" v="330" actId="478"/>
          <ac:spMkLst>
            <pc:docMk/>
            <pc:sldMk cId="0" sldId="264"/>
            <ac:spMk id="172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15.055" v="331" actId="478"/>
          <ac:spMkLst>
            <pc:docMk/>
            <pc:sldMk cId="0" sldId="264"/>
            <ac:spMk id="173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16.702" v="332" actId="478"/>
          <ac:spMkLst>
            <pc:docMk/>
            <pc:sldMk cId="0" sldId="264"/>
            <ac:spMk id="174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04.069" v="326" actId="478"/>
          <ac:spMkLst>
            <pc:docMk/>
            <pc:sldMk cId="0" sldId="264"/>
            <ac:spMk id="175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1:18.445" v="333" actId="478"/>
          <ac:spMkLst>
            <pc:docMk/>
            <pc:sldMk cId="0" sldId="264"/>
            <ac:spMk id="17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34:16.024" v="436" actId="14100"/>
          <ac:picMkLst>
            <pc:docMk/>
            <pc:sldMk cId="0" sldId="264"/>
            <ac:picMk id="4" creationId="{3DE1B6B3-9810-3115-B5BA-10A0D3BBADAD}"/>
          </ac:picMkLst>
        </pc:picChg>
        <pc:cxnChg chg="add mod">
          <ac:chgData name="Suvrima Datta" userId="6d4c02040084dea1" providerId="LiveId" clId="{E72EF062-9A17-406F-AB71-A9175BC20D2E}" dt="2026-01-07T11:41:58.236" v="473" actId="14100"/>
          <ac:cxnSpMkLst>
            <pc:docMk/>
            <pc:sldMk cId="0" sldId="264"/>
            <ac:cxnSpMk id="7" creationId="{56988983-63F6-A053-D276-00BAB9798581}"/>
          </ac:cxnSpMkLst>
        </pc:cxnChg>
      </pc:sldChg>
      <pc:sldChg chg="del">
        <pc:chgData name="Suvrima Datta" userId="6d4c02040084dea1" providerId="LiveId" clId="{E72EF062-9A17-406F-AB71-A9175BC20D2E}" dt="2026-01-07T11:38:46.134" v="462" actId="47"/>
        <pc:sldMkLst>
          <pc:docMk/>
          <pc:sldMk cId="0" sldId="265"/>
        </pc:sldMkLst>
      </pc:sldChg>
      <pc:sldChg chg="addSp delSp modSp mod">
        <pc:chgData name="Suvrima Datta" userId="6d4c02040084dea1" providerId="LiveId" clId="{E72EF062-9A17-406F-AB71-A9175BC20D2E}" dt="2026-01-07T11:55:10.120" v="635" actId="1076"/>
        <pc:sldMkLst>
          <pc:docMk/>
          <pc:sldMk cId="0" sldId="266"/>
        </pc:sldMkLst>
        <pc:spChg chg="mod">
          <ac:chgData name="Suvrima Datta" userId="6d4c02040084dea1" providerId="LiveId" clId="{E72EF062-9A17-406F-AB71-A9175BC20D2E}" dt="2026-01-07T11:54:52.841" v="630" actId="1076"/>
          <ac:spMkLst>
            <pc:docMk/>
            <pc:sldMk cId="0" sldId="266"/>
            <ac:spMk id="190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42:22.911" v="503" actId="20577"/>
          <ac:spMkLst>
            <pc:docMk/>
            <pc:sldMk cId="0" sldId="266"/>
            <ac:spMk id="191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1:38:50.417" v="463" actId="478"/>
          <ac:spMkLst>
            <pc:docMk/>
            <pc:sldMk cId="0" sldId="266"/>
            <ac:spMk id="192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55:10.120" v="635" actId="1076"/>
          <ac:picMkLst>
            <pc:docMk/>
            <pc:sldMk cId="0" sldId="266"/>
            <ac:picMk id="3" creationId="{88695F00-CDEB-AC76-D64C-78115CFC6207}"/>
          </ac:picMkLst>
        </pc:picChg>
      </pc:sldChg>
      <pc:sldChg chg="addSp modSp mod">
        <pc:chgData name="Suvrima Datta" userId="6d4c02040084dea1" providerId="LiveId" clId="{E72EF062-9A17-406F-AB71-A9175BC20D2E}" dt="2026-01-07T11:59:19.210" v="748" actId="20577"/>
        <pc:sldMkLst>
          <pc:docMk/>
          <pc:sldMk cId="0" sldId="267"/>
        </pc:sldMkLst>
        <pc:spChg chg="add mod">
          <ac:chgData name="Suvrima Datta" userId="6d4c02040084dea1" providerId="LiveId" clId="{E72EF062-9A17-406F-AB71-A9175BC20D2E}" dt="2026-01-07T11:58:39.769" v="683" actId="1076"/>
          <ac:spMkLst>
            <pc:docMk/>
            <pc:sldMk cId="0" sldId="267"/>
            <ac:spMk id="4" creationId="{D62A538D-469A-356D-8363-BC98BC048F7B}"/>
          </ac:spMkLst>
        </pc:spChg>
        <pc:spChg chg="mod">
          <ac:chgData name="Suvrima Datta" userId="6d4c02040084dea1" providerId="LiveId" clId="{E72EF062-9A17-406F-AB71-A9175BC20D2E}" dt="2026-01-07T11:59:19.210" v="748" actId="20577"/>
          <ac:spMkLst>
            <pc:docMk/>
            <pc:sldMk cId="0" sldId="267"/>
            <ac:spMk id="197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55:24.231" v="662" actId="20577"/>
          <ac:spMkLst>
            <pc:docMk/>
            <pc:sldMk cId="0" sldId="267"/>
            <ac:spMk id="198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57:49.562" v="667" actId="1076"/>
          <ac:picMkLst>
            <pc:docMk/>
            <pc:sldMk cId="0" sldId="267"/>
            <ac:picMk id="3" creationId="{1BD3B4B8-8781-5940-6B16-D6CC735CA8DB}"/>
          </ac:picMkLst>
        </pc:picChg>
      </pc:sldChg>
      <pc:sldChg chg="addSp modSp mod">
        <pc:chgData name="Suvrima Datta" userId="6d4c02040084dea1" providerId="LiveId" clId="{E72EF062-9A17-406F-AB71-A9175BC20D2E}" dt="2026-01-07T12:13:06.613" v="889" actId="12"/>
        <pc:sldMkLst>
          <pc:docMk/>
          <pc:sldMk cId="0" sldId="268"/>
        </pc:sldMkLst>
        <pc:spChg chg="mod">
          <ac:chgData name="Suvrima Datta" userId="6d4c02040084dea1" providerId="LiveId" clId="{E72EF062-9A17-406F-AB71-A9175BC20D2E}" dt="2026-01-07T12:13:06.613" v="889" actId="12"/>
          <ac:spMkLst>
            <pc:docMk/>
            <pc:sldMk cId="0" sldId="268"/>
            <ac:spMk id="203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59:50.465" v="763" actId="20577"/>
          <ac:spMkLst>
            <pc:docMk/>
            <pc:sldMk cId="0" sldId="268"/>
            <ac:spMk id="204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12:51.864" v="885" actId="1076"/>
          <ac:picMkLst>
            <pc:docMk/>
            <pc:sldMk cId="0" sldId="268"/>
            <ac:picMk id="3" creationId="{DFD48E06-0377-6D6A-E592-19D671FADE46}"/>
          </ac:picMkLst>
        </pc:picChg>
      </pc:sldChg>
      <pc:sldChg chg="addSp modSp mod">
        <pc:chgData name="Suvrima Datta" userId="6d4c02040084dea1" providerId="LiveId" clId="{E72EF062-9A17-406F-AB71-A9175BC20D2E}" dt="2026-01-07T12:50:26.809" v="1203" actId="1076"/>
        <pc:sldMkLst>
          <pc:docMk/>
          <pc:sldMk cId="0" sldId="269"/>
        </pc:sldMkLst>
        <pc:spChg chg="mod">
          <ac:chgData name="Suvrima Datta" userId="6d4c02040084dea1" providerId="LiveId" clId="{E72EF062-9A17-406F-AB71-A9175BC20D2E}" dt="2026-01-07T12:46:10.665" v="1200" actId="20577"/>
          <ac:spMkLst>
            <pc:docMk/>
            <pc:sldMk cId="0" sldId="269"/>
            <ac:spMk id="209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2:46:02.007" v="1199" actId="20577"/>
          <ac:spMkLst>
            <pc:docMk/>
            <pc:sldMk cId="0" sldId="269"/>
            <ac:spMk id="210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50:26.809" v="1203" actId="1076"/>
          <ac:picMkLst>
            <pc:docMk/>
            <pc:sldMk cId="0" sldId="269"/>
            <ac:picMk id="3" creationId="{82207382-0D05-C2E3-8670-9C4BB106FBE4}"/>
          </ac:picMkLst>
        </pc:picChg>
      </pc:sldChg>
      <pc:sldChg chg="addSp delSp modSp mod">
        <pc:chgData name="Suvrima Datta" userId="6d4c02040084dea1" providerId="LiveId" clId="{E72EF062-9A17-406F-AB71-A9175BC20D2E}" dt="2026-01-07T13:00:10.017" v="1245" actId="20577"/>
        <pc:sldMkLst>
          <pc:docMk/>
          <pc:sldMk cId="0" sldId="270"/>
        </pc:sldMkLst>
        <pc:spChg chg="add mod">
          <ac:chgData name="Suvrima Datta" userId="6d4c02040084dea1" providerId="LiveId" clId="{E72EF062-9A17-406F-AB71-A9175BC20D2E}" dt="2026-01-07T12:59:56.740" v="1235" actId="208"/>
          <ac:spMkLst>
            <pc:docMk/>
            <pc:sldMk cId="0" sldId="270"/>
            <ac:spMk id="4" creationId="{102FC920-A3F9-EAF5-C46C-8C3575EEF6F4}"/>
          </ac:spMkLst>
        </pc:spChg>
        <pc:spChg chg="mod">
          <ac:chgData name="Suvrima Datta" userId="6d4c02040084dea1" providerId="LiveId" clId="{E72EF062-9A17-406F-AB71-A9175BC20D2E}" dt="2026-01-07T12:57:11.351" v="1206" actId="6549"/>
          <ac:spMkLst>
            <pc:docMk/>
            <pc:sldMk cId="0" sldId="270"/>
            <ac:spMk id="21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0:10.017" v="1245" actId="20577"/>
          <ac:spMkLst>
            <pc:docMk/>
            <pc:sldMk cId="0" sldId="270"/>
            <ac:spMk id="216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2:57:06.698" v="1205" actId="478"/>
          <ac:spMkLst>
            <pc:docMk/>
            <pc:sldMk cId="0" sldId="270"/>
            <ac:spMk id="217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59:31.891" v="1232" actId="1076"/>
          <ac:picMkLst>
            <pc:docMk/>
            <pc:sldMk cId="0" sldId="270"/>
            <ac:picMk id="3" creationId="{2F9BC87C-93B9-C038-6270-984258AA49CA}"/>
          </ac:picMkLst>
        </pc:picChg>
      </pc:sldChg>
      <pc:sldChg chg="addSp modSp mod">
        <pc:chgData name="Suvrima Datta" userId="6d4c02040084dea1" providerId="LiveId" clId="{E72EF062-9A17-406F-AB71-A9175BC20D2E}" dt="2026-01-07T13:08:06.942" v="1300" actId="208"/>
        <pc:sldMkLst>
          <pc:docMk/>
          <pc:sldMk cId="0" sldId="271"/>
        </pc:sldMkLst>
        <pc:spChg chg="add mod">
          <ac:chgData name="Suvrima Datta" userId="6d4c02040084dea1" providerId="LiveId" clId="{E72EF062-9A17-406F-AB71-A9175BC20D2E}" dt="2026-01-07T13:08:06.942" v="1300" actId="208"/>
          <ac:spMkLst>
            <pc:docMk/>
            <pc:sldMk cId="0" sldId="271"/>
            <ac:spMk id="4" creationId="{F670FBFF-195C-D6B5-367E-F5CA2C1287AC}"/>
          </ac:spMkLst>
        </pc:spChg>
        <pc:spChg chg="mod">
          <ac:chgData name="Suvrima Datta" userId="6d4c02040084dea1" providerId="LiveId" clId="{E72EF062-9A17-406F-AB71-A9175BC20D2E}" dt="2026-01-07T13:02:28.239" v="1294" actId="6549"/>
          <ac:spMkLst>
            <pc:docMk/>
            <pc:sldMk cId="0" sldId="271"/>
            <ac:spMk id="222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2:22.241" v="1293" actId="20577"/>
          <ac:spMkLst>
            <pc:docMk/>
            <pc:sldMk cId="0" sldId="271"/>
            <ac:spMk id="223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07:44.258" v="1297" actId="1076"/>
          <ac:picMkLst>
            <pc:docMk/>
            <pc:sldMk cId="0" sldId="271"/>
            <ac:picMk id="3" creationId="{4B060132-0DC1-A333-BC68-B51F2055CA19}"/>
          </ac:picMkLst>
        </pc:picChg>
      </pc:sldChg>
      <pc:sldChg chg="addSp delSp modSp mod">
        <pc:chgData name="Suvrima Datta" userId="6d4c02040084dea1" providerId="LiveId" clId="{E72EF062-9A17-406F-AB71-A9175BC20D2E}" dt="2026-01-07T13:10:19.119" v="1332" actId="1076"/>
        <pc:sldMkLst>
          <pc:docMk/>
          <pc:sldMk cId="0" sldId="272"/>
        </pc:sldMkLst>
        <pc:spChg chg="mod">
          <ac:chgData name="Suvrima Datta" userId="6d4c02040084dea1" providerId="LiveId" clId="{E72EF062-9A17-406F-AB71-A9175BC20D2E}" dt="2026-01-07T13:09:41.371" v="1327" actId="6549"/>
          <ac:spMkLst>
            <pc:docMk/>
            <pc:sldMk cId="0" sldId="272"/>
            <ac:spMk id="228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8:50.668" v="1325" actId="20577"/>
          <ac:spMkLst>
            <pc:docMk/>
            <pc:sldMk cId="0" sldId="272"/>
            <ac:spMk id="229" creationId="{00000000-0000-0000-0000-000000000000}"/>
          </ac:spMkLst>
        </pc:spChg>
        <pc:spChg chg="del">
          <ac:chgData name="Suvrima Datta" userId="6d4c02040084dea1" providerId="LiveId" clId="{E72EF062-9A17-406F-AB71-A9175BC20D2E}" dt="2026-01-07T13:09:36.771" v="1326" actId="478"/>
          <ac:spMkLst>
            <pc:docMk/>
            <pc:sldMk cId="0" sldId="272"/>
            <ac:spMk id="230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10:19.119" v="1332" actId="1076"/>
          <ac:picMkLst>
            <pc:docMk/>
            <pc:sldMk cId="0" sldId="272"/>
            <ac:picMk id="3" creationId="{8D35489E-E9A2-D477-5BC1-BF8CE6D74011}"/>
          </ac:picMkLst>
        </pc:picChg>
      </pc:sldChg>
      <pc:sldChg chg="addSp modSp mod">
        <pc:chgData name="Suvrima Datta" userId="6d4c02040084dea1" providerId="LiveId" clId="{E72EF062-9A17-406F-AB71-A9175BC20D2E}" dt="2026-01-07T13:20:14.585" v="1567" actId="1076"/>
        <pc:sldMkLst>
          <pc:docMk/>
          <pc:sldMk cId="0" sldId="273"/>
        </pc:sldMkLst>
        <pc:spChg chg="mod">
          <ac:chgData name="Suvrima Datta" userId="6d4c02040084dea1" providerId="LiveId" clId="{E72EF062-9A17-406F-AB71-A9175BC20D2E}" dt="2026-01-07T13:13:27.084" v="1559" actId="12"/>
          <ac:spMkLst>
            <pc:docMk/>
            <pc:sldMk cId="0" sldId="273"/>
            <ac:spMk id="23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10:55.857" v="1379" actId="20577"/>
          <ac:spMkLst>
            <pc:docMk/>
            <pc:sldMk cId="0" sldId="273"/>
            <ac:spMk id="23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20:14.585" v="1567" actId="1076"/>
          <ac:picMkLst>
            <pc:docMk/>
            <pc:sldMk cId="0" sldId="273"/>
            <ac:picMk id="3" creationId="{D3F036CE-AB1E-AD92-72D9-4B9D76A69865}"/>
          </ac:picMkLst>
        </pc:picChg>
      </pc:sldChg>
      <pc:sldChg chg="addSp modSp mod">
        <pc:chgData name="Suvrima Datta" userId="6d4c02040084dea1" providerId="LiveId" clId="{E72EF062-9A17-406F-AB71-A9175BC20D2E}" dt="2026-01-07T13:26:48.142" v="1591" actId="1076"/>
        <pc:sldMkLst>
          <pc:docMk/>
          <pc:sldMk cId="0" sldId="274"/>
        </pc:sldMkLst>
        <pc:spChg chg="mod">
          <ac:chgData name="Suvrima Datta" userId="6d4c02040084dea1" providerId="LiveId" clId="{E72EF062-9A17-406F-AB71-A9175BC20D2E}" dt="2026-01-07T13:23:08.735" v="1586" actId="6549"/>
          <ac:spMkLst>
            <pc:docMk/>
            <pc:sldMk cId="0" sldId="274"/>
            <ac:spMk id="241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21:59.950" v="1585" actId="20577"/>
          <ac:spMkLst>
            <pc:docMk/>
            <pc:sldMk cId="0" sldId="274"/>
            <ac:spMk id="242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26:48.142" v="1591" actId="1076"/>
          <ac:picMkLst>
            <pc:docMk/>
            <pc:sldMk cId="0" sldId="274"/>
            <ac:picMk id="3" creationId="{6004F864-FD68-6965-93B1-526466854CC8}"/>
          </ac:picMkLst>
        </pc:picChg>
      </pc:sldChg>
      <pc:sldChg chg="del">
        <pc:chgData name="Suvrima Datta" userId="6d4c02040084dea1" providerId="LiveId" clId="{E72EF062-9A17-406F-AB71-A9175BC20D2E}" dt="2026-01-07T16:14:39.142" v="1592" actId="47"/>
        <pc:sldMkLst>
          <pc:docMk/>
          <pc:sldMk cId="0" sldId="275"/>
        </pc:sldMkLst>
      </pc:sldChg>
      <pc:sldChg chg="del">
        <pc:chgData name="Suvrima Datta" userId="6d4c02040084dea1" providerId="LiveId" clId="{E72EF062-9A17-406F-AB71-A9175BC20D2E}" dt="2026-01-07T16:14:44.368" v="1593" actId="47"/>
        <pc:sldMkLst>
          <pc:docMk/>
          <pc:sldMk cId="0" sldId="276"/>
        </pc:sldMkLst>
      </pc:sldChg>
      <pc:sldChg chg="del">
        <pc:chgData name="Suvrima Datta" userId="6d4c02040084dea1" providerId="LiveId" clId="{E72EF062-9A17-406F-AB71-A9175BC20D2E}" dt="2026-01-07T16:14:47.543" v="1594" actId="47"/>
        <pc:sldMkLst>
          <pc:docMk/>
          <pc:sldMk cId="0" sldId="277"/>
        </pc:sldMkLst>
      </pc:sldChg>
      <pc:sldChg chg="del">
        <pc:chgData name="Suvrima Datta" userId="6d4c02040084dea1" providerId="LiveId" clId="{E72EF062-9A17-406F-AB71-A9175BC20D2E}" dt="2026-01-07T16:14:50.314" v="1595" actId="47"/>
        <pc:sldMkLst>
          <pc:docMk/>
          <pc:sldMk cId="0" sldId="278"/>
        </pc:sldMkLst>
      </pc:sldChg>
      <pc:sldChg chg="del">
        <pc:chgData name="Suvrima Datta" userId="6d4c02040084dea1" providerId="LiveId" clId="{E72EF062-9A17-406F-AB71-A9175BC20D2E}" dt="2026-01-07T16:14:52.381" v="1596" actId="47"/>
        <pc:sldMkLst>
          <pc:docMk/>
          <pc:sldMk cId="0" sldId="279"/>
        </pc:sldMkLst>
      </pc:sldChg>
      <pc:sldChg chg="del">
        <pc:chgData name="Suvrima Datta" userId="6d4c02040084dea1" providerId="LiveId" clId="{E72EF062-9A17-406F-AB71-A9175BC20D2E}" dt="2026-01-07T16:14:54.489" v="1597" actId="47"/>
        <pc:sldMkLst>
          <pc:docMk/>
          <pc:sldMk cId="0" sldId="280"/>
        </pc:sldMkLst>
      </pc:sldChg>
      <pc:sldChg chg="del">
        <pc:chgData name="Suvrima Datta" userId="6d4c02040084dea1" providerId="LiveId" clId="{E72EF062-9A17-406F-AB71-A9175BC20D2E}" dt="2026-01-07T16:14:56.290" v="1598" actId="47"/>
        <pc:sldMkLst>
          <pc:docMk/>
          <pc:sldMk cId="0" sldId="281"/>
        </pc:sldMkLst>
      </pc:sldChg>
      <pc:sldChg chg="del">
        <pc:chgData name="Suvrima Datta" userId="6d4c02040084dea1" providerId="LiveId" clId="{E72EF062-9A17-406F-AB71-A9175BC20D2E}" dt="2026-01-07T16:15:42.931" v="1629" actId="47"/>
        <pc:sldMkLst>
          <pc:docMk/>
          <pc:sldMk cId="0" sldId="282"/>
        </pc:sldMkLst>
      </pc:sldChg>
      <pc:sldChg chg="del">
        <pc:chgData name="Suvrima Datta" userId="6d4c02040084dea1" providerId="LiveId" clId="{E72EF062-9A17-406F-AB71-A9175BC20D2E}" dt="2026-01-07T16:15:42.160" v="1628" actId="47"/>
        <pc:sldMkLst>
          <pc:docMk/>
          <pc:sldMk cId="0" sldId="283"/>
        </pc:sldMkLst>
      </pc:sldChg>
      <pc:sldChg chg="del">
        <pc:chgData name="Suvrima Datta" userId="6d4c02040084dea1" providerId="LiveId" clId="{E72EF062-9A17-406F-AB71-A9175BC20D2E}" dt="2026-01-07T16:15:41.773" v="1627" actId="47"/>
        <pc:sldMkLst>
          <pc:docMk/>
          <pc:sldMk cId="0" sldId="284"/>
        </pc:sldMkLst>
      </pc:sldChg>
      <pc:sldChg chg="del">
        <pc:chgData name="Suvrima Datta" userId="6d4c02040084dea1" providerId="LiveId" clId="{E72EF062-9A17-406F-AB71-A9175BC20D2E}" dt="2026-01-07T16:15:41.426" v="1626" actId="47"/>
        <pc:sldMkLst>
          <pc:docMk/>
          <pc:sldMk cId="0" sldId="285"/>
        </pc:sldMkLst>
      </pc:sldChg>
      <pc:sldChg chg="del">
        <pc:chgData name="Suvrima Datta" userId="6d4c02040084dea1" providerId="LiveId" clId="{E72EF062-9A17-406F-AB71-A9175BC20D2E}" dt="2026-01-07T16:15:41.096" v="1625" actId="47"/>
        <pc:sldMkLst>
          <pc:docMk/>
          <pc:sldMk cId="0" sldId="286"/>
        </pc:sldMkLst>
      </pc:sldChg>
      <pc:sldChg chg="del">
        <pc:chgData name="Suvrima Datta" userId="6d4c02040084dea1" providerId="LiveId" clId="{E72EF062-9A17-406F-AB71-A9175BC20D2E}" dt="2026-01-07T16:15:40.367" v="1624" actId="47"/>
        <pc:sldMkLst>
          <pc:docMk/>
          <pc:sldMk cId="0" sldId="287"/>
        </pc:sldMkLst>
      </pc:sldChg>
      <pc:sldChg chg="del">
        <pc:chgData name="Suvrima Datta" userId="6d4c02040084dea1" providerId="LiveId" clId="{E72EF062-9A17-406F-AB71-A9175BC20D2E}" dt="2026-01-07T16:15:39.979" v="1623" actId="47"/>
        <pc:sldMkLst>
          <pc:docMk/>
          <pc:sldMk cId="0" sldId="288"/>
        </pc:sldMkLst>
      </pc:sldChg>
      <pc:sldChg chg="del">
        <pc:chgData name="Suvrima Datta" userId="6d4c02040084dea1" providerId="LiveId" clId="{E72EF062-9A17-406F-AB71-A9175BC20D2E}" dt="2026-01-07T16:15:39.677" v="1622" actId="47"/>
        <pc:sldMkLst>
          <pc:docMk/>
          <pc:sldMk cId="0" sldId="289"/>
        </pc:sldMkLst>
      </pc:sldChg>
      <pc:sldChg chg="del">
        <pc:chgData name="Suvrima Datta" userId="6d4c02040084dea1" providerId="LiveId" clId="{E72EF062-9A17-406F-AB71-A9175BC20D2E}" dt="2026-01-07T16:15:39.351" v="1621" actId="47"/>
        <pc:sldMkLst>
          <pc:docMk/>
          <pc:sldMk cId="0" sldId="290"/>
        </pc:sldMkLst>
      </pc:sldChg>
      <pc:sldChg chg="del">
        <pc:chgData name="Suvrima Datta" userId="6d4c02040084dea1" providerId="LiveId" clId="{E72EF062-9A17-406F-AB71-A9175BC20D2E}" dt="2026-01-07T16:15:38.859" v="1620" actId="47"/>
        <pc:sldMkLst>
          <pc:docMk/>
          <pc:sldMk cId="0" sldId="291"/>
        </pc:sldMkLst>
      </pc:sldChg>
      <pc:sldChg chg="del">
        <pc:chgData name="Suvrima Datta" userId="6d4c02040084dea1" providerId="LiveId" clId="{E72EF062-9A17-406F-AB71-A9175BC20D2E}" dt="2026-01-07T16:15:38.450" v="1619" actId="47"/>
        <pc:sldMkLst>
          <pc:docMk/>
          <pc:sldMk cId="0" sldId="292"/>
        </pc:sldMkLst>
      </pc:sldChg>
      <pc:sldChg chg="del">
        <pc:chgData name="Suvrima Datta" userId="6d4c02040084dea1" providerId="LiveId" clId="{E72EF062-9A17-406F-AB71-A9175BC20D2E}" dt="2026-01-07T16:15:37.795" v="1618" actId="47"/>
        <pc:sldMkLst>
          <pc:docMk/>
          <pc:sldMk cId="0" sldId="293"/>
        </pc:sldMkLst>
      </pc:sldChg>
      <pc:sldChg chg="del">
        <pc:chgData name="Suvrima Datta" userId="6d4c02040084dea1" providerId="LiveId" clId="{E72EF062-9A17-406F-AB71-A9175BC20D2E}" dt="2026-01-07T16:15:32.774" v="1616" actId="47"/>
        <pc:sldMkLst>
          <pc:docMk/>
          <pc:sldMk cId="0" sldId="294"/>
        </pc:sldMkLst>
      </pc:sldChg>
      <pc:sldChg chg="del">
        <pc:chgData name="Suvrima Datta" userId="6d4c02040084dea1" providerId="LiveId" clId="{E72EF062-9A17-406F-AB71-A9175BC20D2E}" dt="2026-01-07T16:15:36.936" v="1617" actId="47"/>
        <pc:sldMkLst>
          <pc:docMk/>
          <pc:sldMk cId="0" sldId="295"/>
        </pc:sldMkLst>
      </pc:sldChg>
      <pc:sldChg chg="del">
        <pc:chgData name="Suvrima Datta" userId="6d4c02040084dea1" providerId="LiveId" clId="{E72EF062-9A17-406F-AB71-A9175BC20D2E}" dt="2026-01-07T16:15:27.086" v="1614" actId="47"/>
        <pc:sldMkLst>
          <pc:docMk/>
          <pc:sldMk cId="0" sldId="296"/>
        </pc:sldMkLst>
      </pc:sldChg>
      <pc:sldChg chg="del">
        <pc:chgData name="Suvrima Datta" userId="6d4c02040084dea1" providerId="LiveId" clId="{E72EF062-9A17-406F-AB71-A9175BC20D2E}" dt="2026-01-07T16:15:24.978" v="1613" actId="47"/>
        <pc:sldMkLst>
          <pc:docMk/>
          <pc:sldMk cId="0" sldId="297"/>
        </pc:sldMkLst>
      </pc:sldChg>
      <pc:sldChg chg="del">
        <pc:chgData name="Suvrima Datta" userId="6d4c02040084dea1" providerId="LiveId" clId="{E72EF062-9A17-406F-AB71-A9175BC20D2E}" dt="2026-01-07T16:15:23.338" v="1612" actId="47"/>
        <pc:sldMkLst>
          <pc:docMk/>
          <pc:sldMk cId="0" sldId="298"/>
        </pc:sldMkLst>
      </pc:sldChg>
      <pc:sldChg chg="del">
        <pc:chgData name="Suvrima Datta" userId="6d4c02040084dea1" providerId="LiveId" clId="{E72EF062-9A17-406F-AB71-A9175BC20D2E}" dt="2026-01-07T16:15:20.660" v="1611" actId="47"/>
        <pc:sldMkLst>
          <pc:docMk/>
          <pc:sldMk cId="0" sldId="299"/>
        </pc:sldMkLst>
      </pc:sldChg>
      <pc:sldChg chg="del">
        <pc:chgData name="Suvrima Datta" userId="6d4c02040084dea1" providerId="LiveId" clId="{E72EF062-9A17-406F-AB71-A9175BC20D2E}" dt="2026-01-07T16:15:19.360" v="1610" actId="47"/>
        <pc:sldMkLst>
          <pc:docMk/>
          <pc:sldMk cId="0" sldId="300"/>
        </pc:sldMkLst>
      </pc:sldChg>
      <pc:sldChg chg="del">
        <pc:chgData name="Suvrima Datta" userId="6d4c02040084dea1" providerId="LiveId" clId="{E72EF062-9A17-406F-AB71-A9175BC20D2E}" dt="2026-01-07T16:15:18.311" v="1609" actId="47"/>
        <pc:sldMkLst>
          <pc:docMk/>
          <pc:sldMk cId="0" sldId="301"/>
        </pc:sldMkLst>
      </pc:sldChg>
      <pc:sldChg chg="del">
        <pc:chgData name="Suvrima Datta" userId="6d4c02040084dea1" providerId="LiveId" clId="{E72EF062-9A17-406F-AB71-A9175BC20D2E}" dt="2026-01-07T16:15:16.851" v="1608" actId="47"/>
        <pc:sldMkLst>
          <pc:docMk/>
          <pc:sldMk cId="0" sldId="302"/>
        </pc:sldMkLst>
      </pc:sldChg>
      <pc:sldChg chg="del">
        <pc:chgData name="Suvrima Datta" userId="6d4c02040084dea1" providerId="LiveId" clId="{E72EF062-9A17-406F-AB71-A9175BC20D2E}" dt="2026-01-07T16:15:15.769" v="1607" actId="47"/>
        <pc:sldMkLst>
          <pc:docMk/>
          <pc:sldMk cId="0" sldId="303"/>
        </pc:sldMkLst>
      </pc:sldChg>
      <pc:sldChg chg="del">
        <pc:chgData name="Suvrima Datta" userId="6d4c02040084dea1" providerId="LiveId" clId="{E72EF062-9A17-406F-AB71-A9175BC20D2E}" dt="2026-01-07T16:15:14.715" v="1606" actId="47"/>
        <pc:sldMkLst>
          <pc:docMk/>
          <pc:sldMk cId="0" sldId="304"/>
        </pc:sldMkLst>
      </pc:sldChg>
      <pc:sldChg chg="del">
        <pc:chgData name="Suvrima Datta" userId="6d4c02040084dea1" providerId="LiveId" clId="{E72EF062-9A17-406F-AB71-A9175BC20D2E}" dt="2026-01-07T16:15:13.547" v="1605" actId="47"/>
        <pc:sldMkLst>
          <pc:docMk/>
          <pc:sldMk cId="0" sldId="305"/>
        </pc:sldMkLst>
      </pc:sldChg>
      <pc:sldChg chg="del">
        <pc:chgData name="Suvrima Datta" userId="6d4c02040084dea1" providerId="LiveId" clId="{E72EF062-9A17-406F-AB71-A9175BC20D2E}" dt="2026-01-07T16:15:12.357" v="1604" actId="47"/>
        <pc:sldMkLst>
          <pc:docMk/>
          <pc:sldMk cId="0" sldId="306"/>
        </pc:sldMkLst>
      </pc:sldChg>
      <pc:sldChg chg="del">
        <pc:chgData name="Suvrima Datta" userId="6d4c02040084dea1" providerId="LiveId" clId="{E72EF062-9A17-406F-AB71-A9175BC20D2E}" dt="2026-01-07T16:15:11.132" v="1603" actId="47"/>
        <pc:sldMkLst>
          <pc:docMk/>
          <pc:sldMk cId="0" sldId="307"/>
        </pc:sldMkLst>
      </pc:sldChg>
      <pc:sldChg chg="del">
        <pc:chgData name="Suvrima Datta" userId="6d4c02040084dea1" providerId="LiveId" clId="{E72EF062-9A17-406F-AB71-A9175BC20D2E}" dt="2026-01-07T16:15:10.038" v="1602" actId="47"/>
        <pc:sldMkLst>
          <pc:docMk/>
          <pc:sldMk cId="0" sldId="308"/>
        </pc:sldMkLst>
      </pc:sldChg>
      <pc:sldChg chg="del">
        <pc:chgData name="Suvrima Datta" userId="6d4c02040084dea1" providerId="LiveId" clId="{E72EF062-9A17-406F-AB71-A9175BC20D2E}" dt="2026-01-07T16:15:08.574" v="1601" actId="47"/>
        <pc:sldMkLst>
          <pc:docMk/>
          <pc:sldMk cId="0" sldId="309"/>
        </pc:sldMkLst>
      </pc:sldChg>
      <pc:sldChg chg="del">
        <pc:chgData name="Suvrima Datta" userId="6d4c02040084dea1" providerId="LiveId" clId="{E72EF062-9A17-406F-AB71-A9175BC20D2E}" dt="2026-01-07T16:15:05.947" v="1600" actId="47"/>
        <pc:sldMkLst>
          <pc:docMk/>
          <pc:sldMk cId="0" sldId="310"/>
        </pc:sldMkLst>
      </pc:sldChg>
      <pc:sldChg chg="del">
        <pc:chgData name="Suvrima Datta" userId="6d4c02040084dea1" providerId="LiveId" clId="{E72EF062-9A17-406F-AB71-A9175BC20D2E}" dt="2026-01-07T16:15:03.581" v="1599" actId="47"/>
        <pc:sldMkLst>
          <pc:docMk/>
          <pc:sldMk cId="0" sldId="311"/>
        </pc:sldMkLst>
      </pc:sldChg>
      <pc:sldChg chg="del">
        <pc:chgData name="Suvrima Datta" userId="6d4c02040084dea1" providerId="LiveId" clId="{E72EF062-9A17-406F-AB71-A9175BC20D2E}" dt="2026-01-07T16:15:29.886" v="1615" actId="47"/>
        <pc:sldMkLst>
          <pc:docMk/>
          <pc:sldMk cId="0" sldId="312"/>
        </pc:sldMkLst>
      </pc:sldChg>
      <pc:sldChg chg="modSp new mod">
        <pc:chgData name="Suvrima Datta" userId="6d4c02040084dea1" providerId="LiveId" clId="{E72EF062-9A17-406F-AB71-A9175BC20D2E}" dt="2026-01-07T12:45:12.944" v="1157" actId="20577"/>
        <pc:sldMkLst>
          <pc:docMk/>
          <pc:sldMk cId="203456998" sldId="313"/>
        </pc:sldMkLst>
        <pc:spChg chg="mod">
          <ac:chgData name="Suvrima Datta" userId="6d4c02040084dea1" providerId="LiveId" clId="{E72EF062-9A17-406F-AB71-A9175BC20D2E}" dt="2026-01-07T12:45:12.944" v="1157" actId="20577"/>
          <ac:spMkLst>
            <pc:docMk/>
            <pc:sldMk cId="203456998" sldId="313"/>
            <ac:spMk id="2" creationId="{2CFCA653-36F5-519A-FC8D-7DA4EBFCF817}"/>
          </ac:spMkLst>
        </pc:spChg>
        <pc:spChg chg="mod">
          <ac:chgData name="Suvrima Datta" userId="6d4c02040084dea1" providerId="LiveId" clId="{E72EF062-9A17-406F-AB71-A9175BC20D2E}" dt="2026-01-07T12:37:03.054" v="912" actId="20577"/>
          <ac:spMkLst>
            <pc:docMk/>
            <pc:sldMk cId="203456998" sldId="313"/>
            <ac:spMk id="3" creationId="{34602A63-ED6A-19AF-59E8-019DD264D7FE}"/>
          </ac:spMkLst>
        </pc:spChg>
      </pc:sldChg>
      <pc:sldChg chg="addSp modSp new mod">
        <pc:chgData name="Suvrima Datta" userId="6d4c02040084dea1" providerId="LiveId" clId="{E72EF062-9A17-406F-AB71-A9175BC20D2E}" dt="2026-01-08T05:36:35.159" v="1736" actId="12"/>
        <pc:sldMkLst>
          <pc:docMk/>
          <pc:sldMk cId="1196780065" sldId="314"/>
        </pc:sldMkLst>
        <pc:spChg chg="mod">
          <ac:chgData name="Suvrima Datta" userId="6d4c02040084dea1" providerId="LiveId" clId="{E72EF062-9A17-406F-AB71-A9175BC20D2E}" dt="2026-01-08T05:36:35.159" v="1736" actId="12"/>
          <ac:spMkLst>
            <pc:docMk/>
            <pc:sldMk cId="1196780065" sldId="314"/>
            <ac:spMk id="2" creationId="{DF9A37A8-5954-9711-658A-FCFC25D8ABA1}"/>
          </ac:spMkLst>
        </pc:spChg>
        <pc:spChg chg="mod">
          <ac:chgData name="Suvrima Datta" userId="6d4c02040084dea1" providerId="LiveId" clId="{E72EF062-9A17-406F-AB71-A9175BC20D2E}" dt="2026-01-08T05:32:27.956" v="1649" actId="20577"/>
          <ac:spMkLst>
            <pc:docMk/>
            <pc:sldMk cId="1196780065" sldId="314"/>
            <ac:spMk id="3" creationId="{CF59E426-93C0-CE14-3D30-51F5F2B504C4}"/>
          </ac:spMkLst>
        </pc:spChg>
        <pc:picChg chg="add mod">
          <ac:chgData name="Suvrima Datta" userId="6d4c02040084dea1" providerId="LiveId" clId="{E72EF062-9A17-406F-AB71-A9175BC20D2E}" dt="2026-01-08T05:36:09.436" v="1702" actId="1076"/>
          <ac:picMkLst>
            <pc:docMk/>
            <pc:sldMk cId="1196780065" sldId="314"/>
            <ac:picMk id="5" creationId="{C0CDEEE5-7184-063D-34A4-EEB80955117F}"/>
          </ac:picMkLst>
        </pc:picChg>
      </pc:sldChg>
      <pc:sldMasterChg chg="delSldLayout">
        <pc:chgData name="Suvrima Datta" userId="6d4c02040084dea1" providerId="LiveId" clId="{E72EF062-9A17-406F-AB71-A9175BC20D2E}" dt="2026-01-07T16:15:29.886" v="1615" actId="47"/>
        <pc:sldMasterMkLst>
          <pc:docMk/>
          <pc:sldMasterMk cId="0" sldId="2147483648"/>
        </pc:sldMasterMkLst>
        <pc:sldLayoutChg chg="del">
          <pc:chgData name="Suvrima Datta" userId="6d4c02040084dea1" providerId="LiveId" clId="{E72EF062-9A17-406F-AB71-A9175BC20D2E}" dt="2026-01-07T16:15:29.886" v="1615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vrima Datta" userId="6d4c02040084dea1" providerId="LiveId" clId="{E72EF062-9A17-406F-AB71-A9175BC20D2E}" dt="2026-01-07T11:38:46.134" v="462" actId="47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Rahul Chandrakant Patne" userId="S::rcpatne@kgpian.iitkgp.ac.in::b4b7a3bd-8776-474f-8633-dff2b3e9e964" providerId="AD" clId="Web-{025AA878-DF43-9025-BE44-FD3F54F6EDC8}"/>
    <pc:docChg chg="modSld">
      <pc:chgData name="Rahul Chandrakant Patne" userId="S::rcpatne@kgpian.iitkgp.ac.in::b4b7a3bd-8776-474f-8633-dff2b3e9e964" providerId="AD" clId="Web-{025AA878-DF43-9025-BE44-FD3F54F6EDC8}" dt="2026-01-08T09:06:53.499" v="0" actId="1076"/>
      <pc:docMkLst>
        <pc:docMk/>
      </pc:docMkLst>
    </pc:docChg>
  </pc:docChgLst>
  <pc:docChgLst>
    <pc:chgData name="Yarava Venkata Sai Raghu Vardhan" userId="S::raghuvardhan1473@kgpian.iitkgp.ac.in::29ae99ad-4a04-4615-a759-d3246682711b" providerId="AD" clId="Web-{166AA9E4-7491-CA68-908B-F6A5FEBF203F}"/>
    <pc:docChg chg="modSld">
      <pc:chgData name="Yarava Venkata Sai Raghu Vardhan" userId="S::raghuvardhan1473@kgpian.iitkgp.ac.in::29ae99ad-4a04-4615-a759-d3246682711b" providerId="AD" clId="Web-{166AA9E4-7491-CA68-908B-F6A5FEBF203F}" dt="2026-01-08T09:46:14.916" v="2" actId="20577"/>
      <pc:docMkLst>
        <pc:docMk/>
      </pc:docMkLst>
      <pc:sldChg chg="modSp">
        <pc:chgData name="Yarava Venkata Sai Raghu Vardhan" userId="S::raghuvardhan1473@kgpian.iitkgp.ac.in::29ae99ad-4a04-4615-a759-d3246682711b" providerId="AD" clId="Web-{166AA9E4-7491-CA68-908B-F6A5FEBF203F}" dt="2026-01-08T09:46:14.916" v="2" actId="20577"/>
        <pc:sldMkLst>
          <pc:docMk/>
          <pc:sldMk cId="203456998" sldId="313"/>
        </pc:sldMkLst>
        <pc:spChg chg="mod">
          <ac:chgData name="Yarava Venkata Sai Raghu Vardhan" userId="S::raghuvardhan1473@kgpian.iitkgp.ac.in::29ae99ad-4a04-4615-a759-d3246682711b" providerId="AD" clId="Web-{166AA9E4-7491-CA68-908B-F6A5FEBF203F}" dt="2026-01-08T09:46:14.916" v="2" actId="20577"/>
          <ac:spMkLst>
            <pc:docMk/>
            <pc:sldMk cId="203456998" sldId="313"/>
            <ac:spMk id="2" creationId="{2CFCA653-36F5-519A-FC8D-7DA4EBFCF817}"/>
          </ac:spMkLst>
        </pc:spChg>
      </pc:sldChg>
    </pc:docChg>
  </pc:docChgLst>
  <pc:docChgLst>
    <pc:chgData name="Ellambhatla Sai Vishesh Sharma" userId="S::saivishesh.ellambhatla@kgpian.iitkgp.ac.in::a4fef081-b73e-40fd-9521-51ca89bd44ef" providerId="AD" clId="Web-{F9B4960B-3992-6E38-A772-9AAD0AB59219}"/>
    <pc:docChg chg="modSld">
      <pc:chgData name="Ellambhatla Sai Vishesh Sharma" userId="S::saivishesh.ellambhatla@kgpian.iitkgp.ac.in::a4fef081-b73e-40fd-9521-51ca89bd44ef" providerId="AD" clId="Web-{F9B4960B-3992-6E38-A772-9AAD0AB59219}" dt="2026-01-08T08:52:35.501" v="3" actId="20577"/>
      <pc:docMkLst>
        <pc:docMk/>
      </pc:docMkLst>
      <pc:sldChg chg="modSp">
        <pc:chgData name="Ellambhatla Sai Vishesh Sharma" userId="S::saivishesh.ellambhatla@kgpian.iitkgp.ac.in::a4fef081-b73e-40fd-9521-51ca89bd44ef" providerId="AD" clId="Web-{F9B4960B-3992-6E38-A772-9AAD0AB59219}" dt="2026-01-08T08:52:21.438" v="0" actId="1076"/>
        <pc:sldMkLst>
          <pc:docMk/>
          <pc:sldMk cId="0" sldId="256"/>
        </pc:sldMkLst>
        <pc:picChg chg="mod">
          <ac:chgData name="Ellambhatla Sai Vishesh Sharma" userId="S::saivishesh.ellambhatla@kgpian.iitkgp.ac.in::a4fef081-b73e-40fd-9521-51ca89bd44ef" providerId="AD" clId="Web-{F9B4960B-3992-6E38-A772-9AAD0AB59219}" dt="2026-01-08T08:52:21.438" v="0" actId="1076"/>
          <ac:picMkLst>
            <pc:docMk/>
            <pc:sldMk cId="0" sldId="256"/>
            <ac:picMk id="5" creationId="{AD2E2DB2-C71B-8E9D-57F0-EA82D86AF6F5}"/>
          </ac:picMkLst>
        </pc:picChg>
      </pc:sldChg>
      <pc:sldChg chg="modSp">
        <pc:chgData name="Ellambhatla Sai Vishesh Sharma" userId="S::saivishesh.ellambhatla@kgpian.iitkgp.ac.in::a4fef081-b73e-40fd-9521-51ca89bd44ef" providerId="AD" clId="Web-{F9B4960B-3992-6E38-A772-9AAD0AB59219}" dt="2026-01-08T08:52:35.501" v="3" actId="20577"/>
        <pc:sldMkLst>
          <pc:docMk/>
          <pc:sldMk cId="0" sldId="257"/>
        </pc:sldMkLst>
        <pc:spChg chg="mod">
          <ac:chgData name="Ellambhatla Sai Vishesh Sharma" userId="S::saivishesh.ellambhatla@kgpian.iitkgp.ac.in::a4fef081-b73e-40fd-9521-51ca89bd44ef" providerId="AD" clId="Web-{F9B4960B-3992-6E38-A772-9AAD0AB59219}" dt="2026-01-08T08:52:35.501" v="3" actId="20577"/>
          <ac:spMkLst>
            <pc:docMk/>
            <pc:sldMk cId="0" sldId="257"/>
            <ac:spMk id="3" creationId="{FB0D240F-4A94-88A7-B940-29A6A681F417}"/>
          </ac:spMkLst>
        </pc:spChg>
      </pc:sldChg>
    </pc:docChg>
  </pc:docChgLst>
  <pc:docChgLst>
    <pc:chgData name="Vadlamudi Venkata Sathwik" userId="S::sathwik1101@kgpian.iitkgp.ac.in::4b5e170e-0fa8-408c-9a70-c1d2ab41a580" providerId="AD" clId="Web-{AF922F79-BE5C-E048-8DB9-05D5FEC49FBF}"/>
    <pc:docChg chg="modSld">
      <pc:chgData name="Vadlamudi Venkata Sathwik" userId="S::sathwik1101@kgpian.iitkgp.ac.in::4b5e170e-0fa8-408c-9a70-c1d2ab41a580" providerId="AD" clId="Web-{AF922F79-BE5C-E048-8DB9-05D5FEC49FBF}" dt="2026-01-08T09:03:38.119" v="0" actId="1076"/>
      <pc:docMkLst>
        <pc:docMk/>
      </pc:docMkLst>
      <pc:sldChg chg="modSp">
        <pc:chgData name="Vadlamudi Venkata Sathwik" userId="S::sathwik1101@kgpian.iitkgp.ac.in::4b5e170e-0fa8-408c-9a70-c1d2ab41a580" providerId="AD" clId="Web-{AF922F79-BE5C-E048-8DB9-05D5FEC49FBF}" dt="2026-01-08T09:03:38.119" v="0" actId="1076"/>
        <pc:sldMkLst>
          <pc:docMk/>
          <pc:sldMk cId="0" sldId="256"/>
        </pc:sldMkLst>
        <pc:spChg chg="mod">
          <ac:chgData name="Vadlamudi Venkata Sathwik" userId="S::sathwik1101@kgpian.iitkgp.ac.in::4b5e170e-0fa8-408c-9a70-c1d2ab41a580" providerId="AD" clId="Web-{AF922F79-BE5C-E048-8DB9-05D5FEC49FBF}" dt="2026-01-08T09:03:38.119" v="0" actId="1076"/>
          <ac:spMkLst>
            <pc:docMk/>
            <pc:sldMk cId="0" sldId="256"/>
            <ac:spMk id="78" creationId="{00000000-0000-0000-0000-000000000000}"/>
          </ac:spMkLst>
        </pc:spChg>
      </pc:sldChg>
    </pc:docChg>
  </pc:docChgLst>
  <pc:docChgLst>
    <pc:chgData name="Dameruppala Manijith" userId="S::dameruppalamanijith@kgpian.iitkgp.ac.in::a1030bfb-05d2-426b-8893-9e969f166170" providerId="AD" clId="Web-{E5895F6B-01BB-B93C-4D38-11EEB412337F}"/>
    <pc:docChg chg="modSld sldOrd">
      <pc:chgData name="Dameruppala Manijith" userId="S::dameruppalamanijith@kgpian.iitkgp.ac.in::a1030bfb-05d2-426b-8893-9e969f166170" providerId="AD" clId="Web-{E5895F6B-01BB-B93C-4D38-11EEB412337F}" dt="2026-01-08T09:04:45.187" v="21"/>
      <pc:docMkLst>
        <pc:docMk/>
      </pc:docMkLst>
      <pc:sldChg chg="ord">
        <pc:chgData name="Dameruppala Manijith" userId="S::dameruppalamanijith@kgpian.iitkgp.ac.in::a1030bfb-05d2-426b-8893-9e969f166170" providerId="AD" clId="Web-{E5895F6B-01BB-B93C-4D38-11EEB412337F}" dt="2026-01-08T09:04:45.187" v="21"/>
        <pc:sldMkLst>
          <pc:docMk/>
          <pc:sldMk cId="0" sldId="258"/>
        </pc:sldMkLst>
      </pc:sldChg>
    </pc:docChg>
  </pc:docChgLst>
  <pc:docChgLst>
    <pc:chgData name="Sangeeta Kumari Mandal" userId="S::sangeeta180703@kgpian.iitkgp.ac.in::94861b9a-d33c-4dd6-b4ba-f4c485687942" providerId="AD" clId="Web-{0F9DE777-0205-04AB-BBB5-17666D5FC8C0}"/>
    <pc:docChg chg="addSld modSld">
      <pc:chgData name="Sangeeta Kumari Mandal" userId="S::sangeeta180703@kgpian.iitkgp.ac.in::94861b9a-d33c-4dd6-b4ba-f4c485687942" providerId="AD" clId="Web-{0F9DE777-0205-04AB-BBB5-17666D5FC8C0}" dt="2026-01-08T10:05:35.945" v="1"/>
      <pc:docMkLst>
        <pc:docMk/>
      </pc:docMkLst>
      <pc:sldChg chg="new">
        <pc:chgData name="Sangeeta Kumari Mandal" userId="S::sangeeta180703@kgpian.iitkgp.ac.in::94861b9a-d33c-4dd6-b4ba-f4c485687942" providerId="AD" clId="Web-{0F9DE777-0205-04AB-BBB5-17666D5FC8C0}" dt="2026-01-08T10:05:35.945" v="1"/>
        <pc:sldMkLst>
          <pc:docMk/>
          <pc:sldMk cId="910061361" sldId="256"/>
        </pc:sldMkLst>
      </pc:sldChg>
      <pc:sldChg chg="modSp">
        <pc:chgData name="Sangeeta Kumari Mandal" userId="S::sangeeta180703@kgpian.iitkgp.ac.in::94861b9a-d33c-4dd6-b4ba-f4c485687942" providerId="AD" clId="Web-{0F9DE777-0205-04AB-BBB5-17666D5FC8C0}" dt="2026-01-08T09:24:20.500" v="0" actId="1076"/>
        <pc:sldMkLst>
          <pc:docMk/>
          <pc:sldMk cId="0" sldId="260"/>
        </pc:sldMkLst>
        <pc:picChg chg="mod">
          <ac:chgData name="Sangeeta Kumari Mandal" userId="S::sangeeta180703@kgpian.iitkgp.ac.in::94861b9a-d33c-4dd6-b4ba-f4c485687942" providerId="AD" clId="Web-{0F9DE777-0205-04AB-BBB5-17666D5FC8C0}" dt="2026-01-08T09:24:20.500" v="0" actId="1076"/>
          <ac:picMkLst>
            <pc:docMk/>
            <pc:sldMk cId="0" sldId="260"/>
            <ac:picMk id="3" creationId="{A75F4988-E9EE-04CD-5E37-16556697FA0C}"/>
          </ac:picMkLst>
        </pc:picChg>
      </pc:sldChg>
    </pc:docChg>
  </pc:docChgLst>
  <pc:docChgLst>
    <pc:chgData name="Vinay Koduru" userId="S::vinaykoduru15@kgpian.iitkgp.ac.in::c88ff3b3-59bf-44a0-998e-b1c5991e1c6d" providerId="AD" clId="Web-{EA47313E-0126-6436-47C8-F3B003688C92}"/>
    <pc:docChg chg="modSld">
      <pc:chgData name="Vinay Koduru" userId="S::vinaykoduru15@kgpian.iitkgp.ac.in::c88ff3b3-59bf-44a0-998e-b1c5991e1c6d" providerId="AD" clId="Web-{EA47313E-0126-6436-47C8-F3B003688C92}" dt="2026-01-08T09:04:28.945" v="103" actId="1076"/>
      <pc:docMkLst>
        <pc:docMk/>
      </pc:docMkLst>
      <pc:sldChg chg="modSp">
        <pc:chgData name="Vinay Koduru" userId="S::vinaykoduru15@kgpian.iitkgp.ac.in::c88ff3b3-59bf-44a0-998e-b1c5991e1c6d" providerId="AD" clId="Web-{EA47313E-0126-6436-47C8-F3B003688C92}" dt="2026-01-08T09:04:28.945" v="103" actId="1076"/>
        <pc:sldMkLst>
          <pc:docMk/>
          <pc:sldMk cId="0" sldId="256"/>
        </pc:sldMkLst>
        <pc:spChg chg="mod">
          <ac:chgData name="Vinay Koduru" userId="S::vinaykoduru15@kgpian.iitkgp.ac.in::c88ff3b3-59bf-44a0-998e-b1c5991e1c6d" providerId="AD" clId="Web-{EA47313E-0126-6436-47C8-F3B003688C92}" dt="2026-01-08T09:02:51.726" v="95" actId="20577"/>
          <ac:spMkLst>
            <pc:docMk/>
            <pc:sldMk cId="0" sldId="256"/>
            <ac:spMk id="78" creationId="{00000000-0000-0000-0000-000000000000}"/>
          </ac:spMkLst>
        </pc:spChg>
        <pc:picChg chg="mod">
          <ac:chgData name="Vinay Koduru" userId="S::vinaykoduru15@kgpian.iitkgp.ac.in::c88ff3b3-59bf-44a0-998e-b1c5991e1c6d" providerId="AD" clId="Web-{EA47313E-0126-6436-47C8-F3B003688C92}" dt="2026-01-08T09:04:26.226" v="102" actId="1076"/>
          <ac:picMkLst>
            <pc:docMk/>
            <pc:sldMk cId="0" sldId="256"/>
            <ac:picMk id="3" creationId="{1C6AA67A-623A-50A1-413A-061C0BCB95A8}"/>
          </ac:picMkLst>
        </pc:picChg>
        <pc:picChg chg="mod">
          <ac:chgData name="Vinay Koduru" userId="S::vinaykoduru15@kgpian.iitkgp.ac.in::c88ff3b3-59bf-44a0-998e-b1c5991e1c6d" providerId="AD" clId="Web-{EA47313E-0126-6436-47C8-F3B003688C92}" dt="2026-01-08T09:04:28.945" v="103" actId="1076"/>
          <ac:picMkLst>
            <pc:docMk/>
            <pc:sldMk cId="0" sldId="256"/>
            <ac:picMk id="5" creationId="{AD2E2DB2-C71B-8E9D-57F0-EA82D86AF6F5}"/>
          </ac:picMkLst>
        </pc:picChg>
      </pc:sldChg>
      <pc:sldChg chg="modSp">
        <pc:chgData name="Vinay Koduru" userId="S::vinaykoduru15@kgpian.iitkgp.ac.in::c88ff3b3-59bf-44a0-998e-b1c5991e1c6d" providerId="AD" clId="Web-{EA47313E-0126-6436-47C8-F3B003688C92}" dt="2026-01-08T08:58:25.335" v="35" actId="20577"/>
        <pc:sldMkLst>
          <pc:docMk/>
          <pc:sldMk cId="0" sldId="257"/>
        </pc:sldMkLst>
        <pc:spChg chg="mod">
          <ac:chgData name="Vinay Koduru" userId="S::vinaykoduru15@kgpian.iitkgp.ac.in::c88ff3b3-59bf-44a0-998e-b1c5991e1c6d" providerId="AD" clId="Web-{EA47313E-0126-6436-47C8-F3B003688C92}" dt="2026-01-08T08:58:25.335" v="35" actId="20577"/>
          <ac:spMkLst>
            <pc:docMk/>
            <pc:sldMk cId="0" sldId="257"/>
            <ac:spMk id="3" creationId="{FB0D240F-4A94-88A7-B940-29A6A681F417}"/>
          </ac:spMkLst>
        </pc:spChg>
      </pc:sldChg>
    </pc:docChg>
  </pc:docChgLst>
  <pc:docChgLst>
    <pc:chgData name="Dake Yuvan Gates" userId="S::yuvangates@kgpian.iitkgp.ac.in::7d88489a-5f35-4c68-a5b3-32ca900368a9" providerId="AD" clId="Web-{A14C0A15-627B-9ED5-B6AC-3FF3EA6A1F98}"/>
    <pc:docChg chg="modSld">
      <pc:chgData name="Dake Yuvan Gates" userId="S::yuvangates@kgpian.iitkgp.ac.in::7d88489a-5f35-4c68-a5b3-32ca900368a9" providerId="AD" clId="Web-{A14C0A15-627B-9ED5-B6AC-3FF3EA6A1F98}" dt="2026-01-08T12:16:04.821" v="1" actId="1076"/>
      <pc:docMkLst>
        <pc:docMk/>
      </pc:docMkLst>
      <pc:sldChg chg="modSp">
        <pc:chgData name="Dake Yuvan Gates" userId="S::yuvangates@kgpian.iitkgp.ac.in::7d88489a-5f35-4c68-a5b3-32ca900368a9" providerId="AD" clId="Web-{A14C0A15-627B-9ED5-B6AC-3FF3EA6A1F98}" dt="2026-01-08T12:16:04.821" v="1" actId="1076"/>
        <pc:sldMkLst>
          <pc:docMk/>
          <pc:sldMk cId="0" sldId="256"/>
        </pc:sldMkLst>
        <pc:picChg chg="mod">
          <ac:chgData name="Dake Yuvan Gates" userId="S::yuvangates@kgpian.iitkgp.ac.in::7d88489a-5f35-4c68-a5b3-32ca900368a9" providerId="AD" clId="Web-{A14C0A15-627B-9ED5-B6AC-3FF3EA6A1F98}" dt="2026-01-08T12:16:04.821" v="1" actId="1076"/>
          <ac:picMkLst>
            <pc:docMk/>
            <pc:sldMk cId="0" sldId="256"/>
            <ac:picMk id="3" creationId="{1C6AA67A-623A-50A1-413A-061C0BCB95A8}"/>
          </ac:picMkLst>
        </pc:picChg>
      </pc:sldChg>
    </pc:docChg>
  </pc:docChgLst>
  <pc:docChgLst>
    <pc:chgData name="Asmit Pandey" userId="S::aavn@kgpian.iitkgp.ac.in::1b226e96-8bf3-422b-8225-21e144d849c6" providerId="AD" clId="Web-{5E3F1D2C-B2A0-3F29-E4E8-E0A818C7289E}"/>
    <pc:docChg chg="modSld">
      <pc:chgData name="Asmit Pandey" userId="S::aavn@kgpian.iitkgp.ac.in::1b226e96-8bf3-422b-8225-21e144d849c6" providerId="AD" clId="Web-{5E3F1D2C-B2A0-3F29-E4E8-E0A818C7289E}" dt="2026-01-08T09:05:19.199" v="2" actId="20577"/>
      <pc:docMkLst>
        <pc:docMk/>
      </pc:docMkLst>
    </pc:docChg>
  </pc:docChgLst>
  <pc:docChgLst>
    <pc:chgData name="Shankit Kumar Das" userId="S::shankit11058@kgpian.iitkgp.ac.in::3ac85912-795f-440a-9c2c-879bacbceb4d" providerId="AD" clId="Web-{F99F2DF2-60B8-569B-DB11-8FDBA6A094DB}"/>
    <pc:docChg chg="modSld">
      <pc:chgData name="Shankit Kumar Das" userId="S::shankit11058@kgpian.iitkgp.ac.in::3ac85912-795f-440a-9c2c-879bacbceb4d" providerId="AD" clId="Web-{F99F2DF2-60B8-569B-DB11-8FDBA6A094DB}" dt="2026-01-08T09:45:38.110" v="5" actId="20577"/>
      <pc:docMkLst>
        <pc:docMk/>
      </pc:docMkLst>
      <pc:sldChg chg="modSp">
        <pc:chgData name="Shankit Kumar Das" userId="S::shankit11058@kgpian.iitkgp.ac.in::3ac85912-795f-440a-9c2c-879bacbceb4d" providerId="AD" clId="Web-{F99F2DF2-60B8-569B-DB11-8FDBA6A094DB}" dt="2026-01-08T09:45:38.110" v="5" actId="20577"/>
        <pc:sldMkLst>
          <pc:docMk/>
          <pc:sldMk cId="0" sldId="257"/>
        </pc:sldMkLst>
        <pc:spChg chg="mod">
          <ac:chgData name="Shankit Kumar Das" userId="S::shankit11058@kgpian.iitkgp.ac.in::3ac85912-795f-440a-9c2c-879bacbceb4d" providerId="AD" clId="Web-{F99F2DF2-60B8-569B-DB11-8FDBA6A094DB}" dt="2026-01-08T09:45:38.110" v="5" actId="20577"/>
          <ac:spMkLst>
            <pc:docMk/>
            <pc:sldMk cId="0" sldId="257"/>
            <ac:spMk id="3" creationId="{FB0D240F-4A94-88A7-B940-29A6A681F417}"/>
          </ac:spMkLst>
        </pc:spChg>
      </pc:sldChg>
    </pc:docChg>
  </pc:docChgLst>
  <pc:docChgLst>
    <pc:chgData name="Mehul Mathur" userId="S::mehul.m@kgpian.iitkgp.ac.in::6680e3ad-4179-4423-8609-2a0b0b515ab0" providerId="AD" clId="Web-{DF119037-6EF2-6C78-1A57-3A9B65E78A36}"/>
    <pc:docChg chg="modSld">
      <pc:chgData name="Mehul Mathur" userId="S::mehul.m@kgpian.iitkgp.ac.in::6680e3ad-4179-4423-8609-2a0b0b515ab0" providerId="AD" clId="Web-{DF119037-6EF2-6C78-1A57-3A9B65E78A36}" dt="2026-01-08T08:57:59.638" v="0" actId="1076"/>
      <pc:docMkLst>
        <pc:docMk/>
      </pc:docMkLst>
      <pc:sldChg chg="modSp">
        <pc:chgData name="Mehul Mathur" userId="S::mehul.m@kgpian.iitkgp.ac.in::6680e3ad-4179-4423-8609-2a0b0b515ab0" providerId="AD" clId="Web-{DF119037-6EF2-6C78-1A57-3A9B65E78A36}" dt="2026-01-08T08:57:59.638" v="0" actId="1076"/>
        <pc:sldMkLst>
          <pc:docMk/>
          <pc:sldMk cId="0" sldId="266"/>
        </pc:sldMkLst>
        <pc:picChg chg="mod">
          <ac:chgData name="Mehul Mathur" userId="S::mehul.m@kgpian.iitkgp.ac.in::6680e3ad-4179-4423-8609-2a0b0b515ab0" providerId="AD" clId="Web-{DF119037-6EF2-6C78-1A57-3A9B65E78A36}" dt="2026-01-08T08:57:59.638" v="0" actId="1076"/>
          <ac:picMkLst>
            <pc:docMk/>
            <pc:sldMk cId="0" sldId="266"/>
            <ac:picMk id="3" creationId="{88695F00-CDEB-AC76-D64C-78115CFC6207}"/>
          </ac:picMkLst>
        </pc:picChg>
      </pc:sldChg>
    </pc:docChg>
  </pc:docChgLst>
  <pc:docChgLst>
    <pc:chgData name="Smriti" userId="S::dhruvsaroj1@kgpian.iitkgp.ac.in::8eea15a4-d40d-4039-881b-9e1179b1ccb2" providerId="AD" clId="Web-{B08188D9-F5CA-871E-1AAD-C26941F06CD1}"/>
    <pc:docChg chg="modSld">
      <pc:chgData name="Smriti" userId="S::dhruvsaroj1@kgpian.iitkgp.ac.in::8eea15a4-d40d-4039-881b-9e1179b1ccb2" providerId="AD" clId="Web-{B08188D9-F5CA-871E-1AAD-C26941F06CD1}" dt="2026-01-08T09:55:05.885" v="4" actId="1076"/>
      <pc:docMkLst>
        <pc:docMk/>
      </pc:docMkLst>
      <pc:sldChg chg="modSp">
        <pc:chgData name="Smriti" userId="S::dhruvsaroj1@kgpian.iitkgp.ac.in::8eea15a4-d40d-4039-881b-9e1179b1ccb2" providerId="AD" clId="Web-{B08188D9-F5CA-871E-1AAD-C26941F06CD1}" dt="2026-01-08T08:52:40.242" v="0" actId="1076"/>
        <pc:sldMkLst>
          <pc:docMk/>
          <pc:sldMk cId="0" sldId="259"/>
        </pc:sldMkLst>
        <pc:picChg chg="mod">
          <ac:chgData name="Smriti" userId="S::dhruvsaroj1@kgpian.iitkgp.ac.in::8eea15a4-d40d-4039-881b-9e1179b1ccb2" providerId="AD" clId="Web-{B08188D9-F5CA-871E-1AAD-C26941F06CD1}" dt="2026-01-08T08:52:40.242" v="0" actId="1076"/>
          <ac:picMkLst>
            <pc:docMk/>
            <pc:sldMk cId="0" sldId="259"/>
            <ac:picMk id="4" creationId="{0C5D8653-A67C-50F0-E0A4-44052B35AFE4}"/>
          </ac:picMkLst>
        </pc:picChg>
      </pc:sldChg>
      <pc:sldChg chg="modSp">
        <pc:chgData name="Smriti" userId="S::dhruvsaroj1@kgpian.iitkgp.ac.in::8eea15a4-d40d-4039-881b-9e1179b1ccb2" providerId="AD" clId="Web-{B08188D9-F5CA-871E-1AAD-C26941F06CD1}" dt="2026-01-08T09:55:05.885" v="4" actId="1076"/>
        <pc:sldMkLst>
          <pc:docMk/>
          <pc:sldMk cId="0" sldId="267"/>
        </pc:sldMkLst>
        <pc:picChg chg="mod">
          <ac:chgData name="Smriti" userId="S::dhruvsaroj1@kgpian.iitkgp.ac.in::8eea15a4-d40d-4039-881b-9e1179b1ccb2" providerId="AD" clId="Web-{B08188D9-F5CA-871E-1AAD-C26941F06CD1}" dt="2026-01-08T09:55:05.885" v="4" actId="1076"/>
          <ac:picMkLst>
            <pc:docMk/>
            <pc:sldMk cId="0" sldId="267"/>
            <ac:picMk id="3" creationId="{1BD3B4B8-8781-5940-6B16-D6CC735CA8DB}"/>
          </ac:picMkLst>
        </pc:picChg>
      </pc:sldChg>
    </pc:docChg>
  </pc:docChgLst>
  <pc:docChgLst>
    <pc:chgData name="Kunderapu Abhiram" userId="S::abhiramkunderapu@kgpian.iitkgp.ac.in::3f9bb0f4-2aab-4201-82a2-42129822e8f8" providerId="AD" clId="Web-{2EB2A906-A023-2F02-D1B7-F34B32D120F7}"/>
    <pc:docChg chg="modSld">
      <pc:chgData name="Kunderapu Abhiram" userId="S::abhiramkunderapu@kgpian.iitkgp.ac.in::3f9bb0f4-2aab-4201-82a2-42129822e8f8" providerId="AD" clId="Web-{2EB2A906-A023-2F02-D1B7-F34B32D120F7}" dt="2026-01-08T09:16:20.271" v="15" actId="1076"/>
      <pc:docMkLst>
        <pc:docMk/>
      </pc:docMkLst>
      <pc:sldChg chg="modSp">
        <pc:chgData name="Kunderapu Abhiram" userId="S::abhiramkunderapu@kgpian.iitkgp.ac.in::3f9bb0f4-2aab-4201-82a2-42129822e8f8" providerId="AD" clId="Web-{2EB2A906-A023-2F02-D1B7-F34B32D120F7}" dt="2026-01-08T09:01:04.701" v="12" actId="1076"/>
        <pc:sldMkLst>
          <pc:docMk/>
          <pc:sldMk cId="0" sldId="256"/>
        </pc:sldMkLst>
        <pc:spChg chg="mod">
          <ac:chgData name="Kunderapu Abhiram" userId="S::abhiramkunderapu@kgpian.iitkgp.ac.in::3f9bb0f4-2aab-4201-82a2-42129822e8f8" providerId="AD" clId="Web-{2EB2A906-A023-2F02-D1B7-F34B32D120F7}" dt="2026-01-08T09:01:04.701" v="12" actId="1076"/>
          <ac:spMkLst>
            <pc:docMk/>
            <pc:sldMk cId="0" sldId="256"/>
            <ac:spMk id="78" creationId="{00000000-0000-0000-0000-000000000000}"/>
          </ac:spMkLst>
        </pc:spChg>
      </pc:sldChg>
      <pc:sldChg chg="modSp">
        <pc:chgData name="Kunderapu Abhiram" userId="S::abhiramkunderapu@kgpian.iitkgp.ac.in::3f9bb0f4-2aab-4201-82a2-42129822e8f8" providerId="AD" clId="Web-{2EB2A906-A023-2F02-D1B7-F34B32D120F7}" dt="2026-01-08T08:58:38.231" v="11" actId="20577"/>
        <pc:sldMkLst>
          <pc:docMk/>
          <pc:sldMk cId="0" sldId="257"/>
        </pc:sldMkLst>
        <pc:spChg chg="mod">
          <ac:chgData name="Kunderapu Abhiram" userId="S::abhiramkunderapu@kgpian.iitkgp.ac.in::3f9bb0f4-2aab-4201-82a2-42129822e8f8" providerId="AD" clId="Web-{2EB2A906-A023-2F02-D1B7-F34B32D120F7}" dt="2026-01-08T08:58:38.231" v="11" actId="20577"/>
          <ac:spMkLst>
            <pc:docMk/>
            <pc:sldMk cId="0" sldId="257"/>
            <ac:spMk id="3" creationId="{FB0D240F-4A94-88A7-B940-29A6A681F417}"/>
          </ac:spMkLst>
        </pc:spChg>
      </pc:sldChg>
      <pc:sldChg chg="modSp">
        <pc:chgData name="Kunderapu Abhiram" userId="S::abhiramkunderapu@kgpian.iitkgp.ac.in::3f9bb0f4-2aab-4201-82a2-42129822e8f8" providerId="AD" clId="Web-{2EB2A906-A023-2F02-D1B7-F34B32D120F7}" dt="2026-01-08T09:16:20.271" v="15" actId="1076"/>
        <pc:sldMkLst>
          <pc:docMk/>
          <pc:sldMk cId="0" sldId="261"/>
        </pc:sldMkLst>
        <pc:picChg chg="mod">
          <ac:chgData name="Kunderapu Abhiram" userId="S::abhiramkunderapu@kgpian.iitkgp.ac.in::3f9bb0f4-2aab-4201-82a2-42129822e8f8" providerId="AD" clId="Web-{2EB2A906-A023-2F02-D1B7-F34B32D120F7}" dt="2026-01-08T09:16:20.271" v="15" actId="1076"/>
          <ac:picMkLst>
            <pc:docMk/>
            <pc:sldMk cId="0" sldId="261"/>
            <ac:picMk id="3" creationId="{E4942E6A-4042-1AA1-4562-E842FD18BFFD}"/>
          </ac:picMkLst>
        </pc:picChg>
      </pc:sldChg>
    </pc:docChg>
  </pc:docChgLst>
  <pc:docChgLst>
    <pc:chgData name="Sharanya Baidya" userId="S::sharanyabaidya@kgpian.iitkgp.ac.in::d74a816a-631e-4981-b93c-5127ecd91308" providerId="AD" clId="Web-{F5159BBE-C2DB-D7C8-A95F-B482E78ABDF2}"/>
    <pc:docChg chg="modSld">
      <pc:chgData name="Sharanya Baidya" userId="S::sharanyabaidya@kgpian.iitkgp.ac.in::d74a816a-631e-4981-b93c-5127ecd91308" providerId="AD" clId="Web-{F5159BBE-C2DB-D7C8-A95F-B482E78ABDF2}" dt="2026-01-08T10:10:18.785" v="4" actId="20577"/>
      <pc:docMkLst>
        <pc:docMk/>
      </pc:docMkLst>
      <pc:sldChg chg="modSp">
        <pc:chgData name="Sharanya Baidya" userId="S::sharanyabaidya@kgpian.iitkgp.ac.in::d74a816a-631e-4981-b93c-5127ecd91308" providerId="AD" clId="Web-{F5159BBE-C2DB-D7C8-A95F-B482E78ABDF2}" dt="2026-01-08T10:10:18.785" v="4" actId="20577"/>
        <pc:sldMkLst>
          <pc:docMk/>
          <pc:sldMk cId="910061361" sldId="315"/>
        </pc:sldMkLst>
        <pc:spChg chg="mod">
          <ac:chgData name="Sharanya Baidya" userId="S::sharanyabaidya@kgpian.iitkgp.ac.in::d74a816a-631e-4981-b93c-5127ecd91308" providerId="AD" clId="Web-{F5159BBE-C2DB-D7C8-A95F-B482E78ABDF2}" dt="2026-01-08T10:10:18.785" v="4" actId="20577"/>
          <ac:spMkLst>
            <pc:docMk/>
            <pc:sldMk cId="910061361" sldId="315"/>
            <ac:spMk id="2" creationId="{452A6093-258D-97EF-086E-2FCD14B02B26}"/>
          </ac:spMkLst>
        </pc:spChg>
      </pc:sldChg>
    </pc:docChg>
  </pc:docChgLst>
  <pc:docChgLst>
    <pc:chgData name="Raktim Kundu" userId="S::raktimkundu02@kgpian.iitkgp.ac.in::812d778c-b6b5-4b03-8b0c-a6eeff22700b" providerId="AD" clId="Web-{8D7CFD52-2A6A-7F91-FB05-D865BBC55A94}"/>
    <pc:docChg chg="modSld">
      <pc:chgData name="Raktim Kundu" userId="S::raktimkundu02@kgpian.iitkgp.ac.in::812d778c-b6b5-4b03-8b0c-a6eeff22700b" providerId="AD" clId="Web-{8D7CFD52-2A6A-7F91-FB05-D865BBC55A94}" dt="2026-01-08T09:26:53.197" v="0" actId="1076"/>
      <pc:docMkLst>
        <pc:docMk/>
      </pc:docMkLst>
      <pc:sldChg chg="modSp">
        <pc:chgData name="Raktim Kundu" userId="S::raktimkundu02@kgpian.iitkgp.ac.in::812d778c-b6b5-4b03-8b0c-a6eeff22700b" providerId="AD" clId="Web-{8D7CFD52-2A6A-7F91-FB05-D865BBC55A94}" dt="2026-01-08T09:26:53.197" v="0" actId="1076"/>
        <pc:sldMkLst>
          <pc:docMk/>
          <pc:sldMk cId="0" sldId="260"/>
        </pc:sldMkLst>
        <pc:cxnChg chg="mod">
          <ac:chgData name="Raktim Kundu" userId="S::raktimkundu02@kgpian.iitkgp.ac.in::812d778c-b6b5-4b03-8b0c-a6eeff22700b" providerId="AD" clId="Web-{8D7CFD52-2A6A-7F91-FB05-D865BBC55A94}" dt="2026-01-08T09:26:53.197" v="0" actId="1076"/>
          <ac:cxnSpMkLst>
            <pc:docMk/>
            <pc:sldMk cId="0" sldId="260"/>
            <ac:cxnSpMk id="6" creationId="{5C5D2D5E-742A-B836-468B-FE78E4C06F78}"/>
          </ac:cxnSpMkLst>
        </pc:cxnChg>
      </pc:sldChg>
    </pc:docChg>
  </pc:docChgLst>
  <pc:docChgLst>
    <pc:chgData name="Edupuganti Saharsha Chandra" userId="S::esaharsha23@kgpian.iitkgp.ac.in::946cca99-3f23-4952-8b25-1cec10df2d35" providerId="AD" clId="Web-{6703433A-C06F-41E4-6824-80620CD06908}"/>
    <pc:docChg chg="modSld">
      <pc:chgData name="Edupuganti Saharsha Chandra" userId="S::esaharsha23@kgpian.iitkgp.ac.in::946cca99-3f23-4952-8b25-1cec10df2d35" providerId="AD" clId="Web-{6703433A-C06F-41E4-6824-80620CD06908}" dt="2026-01-08T09:49:19.005" v="13" actId="1076"/>
      <pc:docMkLst>
        <pc:docMk/>
      </pc:docMkLst>
      <pc:sldChg chg="modSp">
        <pc:chgData name="Edupuganti Saharsha Chandra" userId="S::esaharsha23@kgpian.iitkgp.ac.in::946cca99-3f23-4952-8b25-1cec10df2d35" providerId="AD" clId="Web-{6703433A-C06F-41E4-6824-80620CD06908}" dt="2026-01-08T09:09:08.069" v="2" actId="20577"/>
        <pc:sldMkLst>
          <pc:docMk/>
          <pc:sldMk cId="0" sldId="257"/>
        </pc:sldMkLst>
        <pc:spChg chg="mod">
          <ac:chgData name="Edupuganti Saharsha Chandra" userId="S::esaharsha23@kgpian.iitkgp.ac.in::946cca99-3f23-4952-8b25-1cec10df2d35" providerId="AD" clId="Web-{6703433A-C06F-41E4-6824-80620CD06908}" dt="2026-01-08T09:09:08.069" v="2" actId="20577"/>
          <ac:spMkLst>
            <pc:docMk/>
            <pc:sldMk cId="0" sldId="257"/>
            <ac:spMk id="3" creationId="{FB0D240F-4A94-88A7-B940-29A6A681F417}"/>
          </ac:spMkLst>
        </pc:spChg>
      </pc:sldChg>
      <pc:sldChg chg="modSp">
        <pc:chgData name="Edupuganti Saharsha Chandra" userId="S::esaharsha23@kgpian.iitkgp.ac.in::946cca99-3f23-4952-8b25-1cec10df2d35" providerId="AD" clId="Web-{6703433A-C06F-41E4-6824-80620CD06908}" dt="2026-01-08T09:11:45.478" v="4" actId="1076"/>
        <pc:sldMkLst>
          <pc:docMk/>
          <pc:sldMk cId="0" sldId="261"/>
        </pc:sldMkLst>
        <pc:picChg chg="mod">
          <ac:chgData name="Edupuganti Saharsha Chandra" userId="S::esaharsha23@kgpian.iitkgp.ac.in::946cca99-3f23-4952-8b25-1cec10df2d35" providerId="AD" clId="Web-{6703433A-C06F-41E4-6824-80620CD06908}" dt="2026-01-08T09:11:45.478" v="4" actId="1076"/>
          <ac:picMkLst>
            <pc:docMk/>
            <pc:sldMk cId="0" sldId="261"/>
            <ac:picMk id="3" creationId="{E4942E6A-4042-1AA1-4562-E842FD18BFFD}"/>
          </ac:picMkLst>
        </pc:picChg>
      </pc:sldChg>
      <pc:sldChg chg="modSp">
        <pc:chgData name="Edupuganti Saharsha Chandra" userId="S::esaharsha23@kgpian.iitkgp.ac.in::946cca99-3f23-4952-8b25-1cec10df2d35" providerId="AD" clId="Web-{6703433A-C06F-41E4-6824-80620CD06908}" dt="2026-01-08T09:49:19.005" v="13" actId="1076"/>
        <pc:sldMkLst>
          <pc:docMk/>
          <pc:sldMk cId="0" sldId="266"/>
        </pc:sldMkLst>
        <pc:spChg chg="mod">
          <ac:chgData name="Edupuganti Saharsha Chandra" userId="S::esaharsha23@kgpian.iitkgp.ac.in::946cca99-3f23-4952-8b25-1cec10df2d35" providerId="AD" clId="Web-{6703433A-C06F-41E4-6824-80620CD06908}" dt="2026-01-08T09:28:30.217" v="5" actId="1076"/>
          <ac:spMkLst>
            <pc:docMk/>
            <pc:sldMk cId="0" sldId="266"/>
            <ac:spMk id="190" creationId="{00000000-0000-0000-0000-000000000000}"/>
          </ac:spMkLst>
        </pc:spChg>
        <pc:picChg chg="mod">
          <ac:chgData name="Edupuganti Saharsha Chandra" userId="S::esaharsha23@kgpian.iitkgp.ac.in::946cca99-3f23-4952-8b25-1cec10df2d35" providerId="AD" clId="Web-{6703433A-C06F-41E4-6824-80620CD06908}" dt="2026-01-08T09:49:19.005" v="13" actId="1076"/>
          <ac:picMkLst>
            <pc:docMk/>
            <pc:sldMk cId="0" sldId="266"/>
            <ac:picMk id="3" creationId="{88695F00-CDEB-AC76-D64C-78115CFC6207}"/>
          </ac:picMkLst>
        </pc:picChg>
      </pc:sldChg>
      <pc:sldChg chg="modSp">
        <pc:chgData name="Edupuganti Saharsha Chandra" userId="S::esaharsha23@kgpian.iitkgp.ac.in::946cca99-3f23-4952-8b25-1cec10df2d35" providerId="AD" clId="Web-{6703433A-C06F-41E4-6824-80620CD06908}" dt="2026-01-08T09:28:39.826" v="6" actId="1076"/>
        <pc:sldMkLst>
          <pc:docMk/>
          <pc:sldMk cId="0" sldId="267"/>
        </pc:sldMkLst>
        <pc:picChg chg="mod">
          <ac:chgData name="Edupuganti Saharsha Chandra" userId="S::esaharsha23@kgpian.iitkgp.ac.in::946cca99-3f23-4952-8b25-1cec10df2d35" providerId="AD" clId="Web-{6703433A-C06F-41E4-6824-80620CD06908}" dt="2026-01-08T09:28:39.826" v="6" actId="1076"/>
          <ac:picMkLst>
            <pc:docMk/>
            <pc:sldMk cId="0" sldId="267"/>
            <ac:picMk id="3" creationId="{1BD3B4B8-8781-5940-6B16-D6CC735CA8DB}"/>
          </ac:picMkLst>
        </pc:picChg>
      </pc:sldChg>
      <pc:sldChg chg="modSp">
        <pc:chgData name="Edupuganti Saharsha Chandra" userId="S::esaharsha23@kgpian.iitkgp.ac.in::946cca99-3f23-4952-8b25-1cec10df2d35" providerId="AD" clId="Web-{6703433A-C06F-41E4-6824-80620CD06908}" dt="2026-01-08T09:40:12.941" v="9" actId="20577"/>
        <pc:sldMkLst>
          <pc:docMk/>
          <pc:sldMk cId="203456998" sldId="313"/>
        </pc:sldMkLst>
        <pc:spChg chg="mod">
          <ac:chgData name="Edupuganti Saharsha Chandra" userId="S::esaharsha23@kgpian.iitkgp.ac.in::946cca99-3f23-4952-8b25-1cec10df2d35" providerId="AD" clId="Web-{6703433A-C06F-41E4-6824-80620CD06908}" dt="2026-01-08T09:40:12.941" v="9" actId="20577"/>
          <ac:spMkLst>
            <pc:docMk/>
            <pc:sldMk cId="203456998" sldId="313"/>
            <ac:spMk id="2" creationId="{2CFCA653-36F5-519A-FC8D-7DA4EBFCF817}"/>
          </ac:spMkLst>
        </pc:spChg>
      </pc:sldChg>
    </pc:docChg>
  </pc:docChgLst>
  <pc:docChgLst>
    <pc:chgData name="Shravani Sandesh Naik" userId="S::shravanisnaikcs@kgpian.iitkgp.ac.in::9af1f1b3-5185-4d2b-867e-46fe025fca8b" providerId="AD" clId="Web-{5C7BC22D-9BBC-B399-BB39-05E767614BCB}"/>
    <pc:docChg chg="modSld">
      <pc:chgData name="Shravani Sandesh Naik" userId="S::shravanisnaikcs@kgpian.iitkgp.ac.in::9af1f1b3-5185-4d2b-867e-46fe025fca8b" providerId="AD" clId="Web-{5C7BC22D-9BBC-B399-BB39-05E767614BCB}" dt="2026-01-08T10:08:08.608" v="0" actId="1076"/>
      <pc:docMkLst>
        <pc:docMk/>
      </pc:docMkLst>
      <pc:sldChg chg="modSp">
        <pc:chgData name="Shravani Sandesh Naik" userId="S::shravanisnaikcs@kgpian.iitkgp.ac.in::9af1f1b3-5185-4d2b-867e-46fe025fca8b" providerId="AD" clId="Web-{5C7BC22D-9BBC-B399-BB39-05E767614BCB}" dt="2026-01-08T10:08:08.608" v="0" actId="1076"/>
        <pc:sldMkLst>
          <pc:docMk/>
          <pc:sldMk cId="0" sldId="272"/>
        </pc:sldMkLst>
        <pc:picChg chg="mod">
          <ac:chgData name="Shravani Sandesh Naik" userId="S::shravanisnaikcs@kgpian.iitkgp.ac.in::9af1f1b3-5185-4d2b-867e-46fe025fca8b" providerId="AD" clId="Web-{5C7BC22D-9BBC-B399-BB39-05E767614BCB}" dt="2026-01-08T10:08:08.608" v="0" actId="1076"/>
          <ac:picMkLst>
            <pc:docMk/>
            <pc:sldMk cId="0" sldId="272"/>
            <ac:picMk id="3" creationId="{8D35489E-E9A2-D477-5BC1-BF8CE6D74011}"/>
          </ac:picMkLst>
        </pc:picChg>
      </pc:sldChg>
    </pc:docChg>
  </pc:docChgLst>
  <pc:docChgLst>
    <pc:chgData name="Putchala Bhuvan Sai" userId="S::bhuvansai@kgpian.iitkgp.ac.in::0e1ed43f-3ac2-4d22-885f-f46c5feb0dcf" providerId="AD" clId="Web-{F5DEF243-5584-59CC-B445-C00FA74E7065}"/>
    <pc:docChg chg="modSld">
      <pc:chgData name="Putchala Bhuvan Sai" userId="S::bhuvansai@kgpian.iitkgp.ac.in::0e1ed43f-3ac2-4d22-885f-f46c5feb0dcf" providerId="AD" clId="Web-{F5DEF243-5584-59CC-B445-C00FA74E7065}" dt="2026-01-08T09:06:01.728" v="117" actId="20577"/>
      <pc:docMkLst>
        <pc:docMk/>
      </pc:docMkLst>
    </pc:docChg>
  </pc:docChgLst>
  <pc:docChgLst>
    <pc:chgData name="Mayank Modi" userId="S::mmodi1610@kgpian.iitkgp.ac.in::678507cd-7dfb-4e54-abe5-ea9eac40d76d" providerId="AD" clId="Web-{45E35C62-CA7B-50C0-DAE3-290B662732FE}"/>
    <pc:docChg chg="modSld">
      <pc:chgData name="Mayank Modi" userId="S::mmodi1610@kgpian.iitkgp.ac.in::678507cd-7dfb-4e54-abe5-ea9eac40d76d" providerId="AD" clId="Web-{45E35C62-CA7B-50C0-DAE3-290B662732FE}" dt="2026-01-08T10:09:28.559" v="1" actId="1076"/>
      <pc:docMkLst>
        <pc:docMk/>
      </pc:docMkLst>
      <pc:sldChg chg="modSp">
        <pc:chgData name="Mayank Modi" userId="S::mmodi1610@kgpian.iitkgp.ac.in::678507cd-7dfb-4e54-abe5-ea9eac40d76d" providerId="AD" clId="Web-{45E35C62-CA7B-50C0-DAE3-290B662732FE}" dt="2026-01-08T10:09:28.559" v="1" actId="1076"/>
        <pc:sldMkLst>
          <pc:docMk/>
          <pc:sldMk cId="0" sldId="272"/>
        </pc:sldMkLst>
        <pc:picChg chg="mod">
          <ac:chgData name="Mayank Modi" userId="S::mmodi1610@kgpian.iitkgp.ac.in::678507cd-7dfb-4e54-abe5-ea9eac40d76d" providerId="AD" clId="Web-{45E35C62-CA7B-50C0-DAE3-290B662732FE}" dt="2026-01-08T10:09:28.559" v="1" actId="1076"/>
          <ac:picMkLst>
            <pc:docMk/>
            <pc:sldMk cId="0" sldId="272"/>
            <ac:picMk id="3" creationId="{8D35489E-E9A2-D477-5BC1-BF8CE6D74011}"/>
          </ac:picMkLst>
        </pc:picChg>
      </pc:sldChg>
    </pc:docChg>
  </pc:docChgLst>
  <pc:docChgLst>
    <pc:chgData name="Dasari Pardha Saradhi" userId="S::pardhasaradhidasari@kgpian.iitkgp.ac.in::9234693c-e41a-4f68-8af3-c67367027d92" providerId="AD" clId="Web-{D5806D16-4F34-F5CA-A1F3-8CF345619BBA}"/>
    <pc:docChg chg="modSld">
      <pc:chgData name="Dasari Pardha Saradhi" userId="S::pardhasaradhidasari@kgpian.iitkgp.ac.in::9234693c-e41a-4f68-8af3-c67367027d92" providerId="AD" clId="Web-{D5806D16-4F34-F5CA-A1F3-8CF345619BBA}" dt="2026-01-08T10:04:54.280" v="8" actId="1076"/>
      <pc:docMkLst>
        <pc:docMk/>
      </pc:docMkLst>
      <pc:sldChg chg="modSp">
        <pc:chgData name="Dasari Pardha Saradhi" userId="S::pardhasaradhidasari@kgpian.iitkgp.ac.in::9234693c-e41a-4f68-8af3-c67367027d92" providerId="AD" clId="Web-{D5806D16-4F34-F5CA-A1F3-8CF345619BBA}" dt="2026-01-08T09:15:56.820" v="6" actId="1076"/>
        <pc:sldMkLst>
          <pc:docMk/>
          <pc:sldMk cId="0" sldId="261"/>
        </pc:sldMkLst>
        <pc:spChg chg="mod">
          <ac:chgData name="Dasari Pardha Saradhi" userId="S::pardhasaradhidasari@kgpian.iitkgp.ac.in::9234693c-e41a-4f68-8af3-c67367027d92" providerId="AD" clId="Web-{D5806D16-4F34-F5CA-A1F3-8CF345619BBA}" dt="2026-01-08T09:15:56.820" v="6" actId="1076"/>
          <ac:spMkLst>
            <pc:docMk/>
            <pc:sldMk cId="0" sldId="261"/>
            <ac:spMk id="136" creationId="{00000000-0000-0000-0000-000000000000}"/>
          </ac:spMkLst>
        </pc:spChg>
      </pc:sldChg>
      <pc:sldChg chg="modSp">
        <pc:chgData name="Dasari Pardha Saradhi" userId="S::pardhasaradhidasari@kgpian.iitkgp.ac.in::9234693c-e41a-4f68-8af3-c67367027d92" providerId="AD" clId="Web-{D5806D16-4F34-F5CA-A1F3-8CF345619BBA}" dt="2026-01-08T10:04:54.280" v="8" actId="1076"/>
        <pc:sldMkLst>
          <pc:docMk/>
          <pc:sldMk cId="0" sldId="272"/>
        </pc:sldMkLst>
        <pc:picChg chg="mod">
          <ac:chgData name="Dasari Pardha Saradhi" userId="S::pardhasaradhidasari@kgpian.iitkgp.ac.in::9234693c-e41a-4f68-8af3-c67367027d92" providerId="AD" clId="Web-{D5806D16-4F34-F5CA-A1F3-8CF345619BBA}" dt="2026-01-08T10:04:54.280" v="8" actId="1076"/>
          <ac:picMkLst>
            <pc:docMk/>
            <pc:sldMk cId="0" sldId="272"/>
            <ac:picMk id="3" creationId="{8D35489E-E9A2-D477-5BC1-BF8CE6D74011}"/>
          </ac:picMkLst>
        </pc:picChg>
      </pc:sldChg>
    </pc:docChg>
  </pc:docChgLst>
  <pc:docChgLst>
    <pc:chgData name="Rahul Chandrakant Patne" userId="S::rcpatne@kgpian.iitkgp.ac.in::b4b7a3bd-8776-474f-8633-dff2b3e9e964" providerId="AD" clId="Web-{5E267ADD-3C20-17B4-08F3-0076A8DABDF8}"/>
    <pc:docChg chg="addSld delSld">
      <pc:chgData name="Rahul Chandrakant Patne" userId="S::rcpatne@kgpian.iitkgp.ac.in::b4b7a3bd-8776-474f-8633-dff2b3e9e964" providerId="AD" clId="Web-{5E267ADD-3C20-17B4-08F3-0076A8DABDF8}" dt="2026-01-08T08:50:31.157" v="7"/>
      <pc:docMkLst>
        <pc:docMk/>
      </pc:docMkLst>
      <pc:sldChg chg="new del">
        <pc:chgData name="Rahul Chandrakant Patne" userId="S::rcpatne@kgpian.iitkgp.ac.in::b4b7a3bd-8776-474f-8633-dff2b3e9e964" providerId="AD" clId="Web-{5E267ADD-3C20-17B4-08F3-0076A8DABDF8}" dt="2026-01-08T08:50:31.157" v="7"/>
        <pc:sldMkLst>
          <pc:docMk/>
          <pc:sldMk cId="1220297091" sldId="315"/>
        </pc:sldMkLst>
      </pc:sldChg>
      <pc:sldChg chg="new del">
        <pc:chgData name="Rahul Chandrakant Patne" userId="S::rcpatne@kgpian.iitkgp.ac.in::b4b7a3bd-8776-474f-8633-dff2b3e9e964" providerId="AD" clId="Web-{5E267ADD-3C20-17B4-08F3-0076A8DABDF8}" dt="2026-01-08T08:50:29.016" v="6"/>
        <pc:sldMkLst>
          <pc:docMk/>
          <pc:sldMk cId="4081441077" sldId="316"/>
        </pc:sldMkLst>
      </pc:sldChg>
      <pc:sldChg chg="new del">
        <pc:chgData name="Rahul Chandrakant Patne" userId="S::rcpatne@kgpian.iitkgp.ac.in::b4b7a3bd-8776-474f-8633-dff2b3e9e964" providerId="AD" clId="Web-{5E267ADD-3C20-17B4-08F3-0076A8DABDF8}" dt="2026-01-08T08:50:28.344" v="5"/>
        <pc:sldMkLst>
          <pc:docMk/>
          <pc:sldMk cId="3774010101" sldId="317"/>
        </pc:sldMkLst>
      </pc:sldChg>
      <pc:sldChg chg="new del">
        <pc:chgData name="Rahul Chandrakant Patne" userId="S::rcpatne@kgpian.iitkgp.ac.in::b4b7a3bd-8776-474f-8633-dff2b3e9e964" providerId="AD" clId="Web-{5E267ADD-3C20-17B4-08F3-0076A8DABDF8}" dt="2026-01-08T08:50:27.657" v="4"/>
        <pc:sldMkLst>
          <pc:docMk/>
          <pc:sldMk cId="2991074865" sldId="318"/>
        </pc:sldMkLst>
      </pc:sldChg>
    </pc:docChg>
  </pc:docChgLst>
  <pc:docChgLst>
    <pc:chgData name="Battula Hari Lakshman Prasad" userId="S::harilakshman509716@kgpian.iitkgp.ac.in::79b856aa-a245-46b6-b4a7-226fc6ba2e8b" providerId="AD" clId="Web-{C87A88A8-CC40-FF6D-75E1-2ACB28597796}"/>
    <pc:docChg chg="modSld">
      <pc:chgData name="Battula Hari Lakshman Prasad" userId="S::harilakshman509716@kgpian.iitkgp.ac.in::79b856aa-a245-46b6-b4a7-226fc6ba2e8b" providerId="AD" clId="Web-{C87A88A8-CC40-FF6D-75E1-2ACB28597796}" dt="2026-01-08T09:01:34.945" v="28" actId="1076"/>
      <pc:docMkLst>
        <pc:docMk/>
      </pc:docMkLst>
      <pc:sldChg chg="modSp">
        <pc:chgData name="Battula Hari Lakshman Prasad" userId="S::harilakshman509716@kgpian.iitkgp.ac.in::79b856aa-a245-46b6-b4a7-226fc6ba2e8b" providerId="AD" clId="Web-{C87A88A8-CC40-FF6D-75E1-2ACB28597796}" dt="2026-01-08T09:01:34.945" v="28" actId="1076"/>
        <pc:sldMkLst>
          <pc:docMk/>
          <pc:sldMk cId="0" sldId="256"/>
        </pc:sldMkLst>
        <pc:spChg chg="mod">
          <ac:chgData name="Battula Hari Lakshman Prasad" userId="S::harilakshman509716@kgpian.iitkgp.ac.in::79b856aa-a245-46b6-b4a7-226fc6ba2e8b" providerId="AD" clId="Web-{C87A88A8-CC40-FF6D-75E1-2ACB28597796}" dt="2026-01-08T09:01:11.054" v="23" actId="20577"/>
          <ac:spMkLst>
            <pc:docMk/>
            <pc:sldMk cId="0" sldId="256"/>
            <ac:spMk id="78" creationId="{00000000-0000-0000-0000-000000000000}"/>
          </ac:spMkLst>
        </pc:spChg>
        <pc:picChg chg="mod">
          <ac:chgData name="Battula Hari Lakshman Prasad" userId="S::harilakshman509716@kgpian.iitkgp.ac.in::79b856aa-a245-46b6-b4a7-226fc6ba2e8b" providerId="AD" clId="Web-{C87A88A8-CC40-FF6D-75E1-2ACB28597796}" dt="2026-01-08T09:01:34.945" v="28" actId="1076"/>
          <ac:picMkLst>
            <pc:docMk/>
            <pc:sldMk cId="0" sldId="256"/>
            <ac:picMk id="3" creationId="{1C6AA67A-623A-50A1-413A-061C0BCB95A8}"/>
          </ac:picMkLst>
        </pc:picChg>
        <pc:picChg chg="mod">
          <ac:chgData name="Battula Hari Lakshman Prasad" userId="S::harilakshman509716@kgpian.iitkgp.ac.in::79b856aa-a245-46b6-b4a7-226fc6ba2e8b" providerId="AD" clId="Web-{C87A88A8-CC40-FF6D-75E1-2ACB28597796}" dt="2026-01-08T09:01:31.898" v="27" actId="1076"/>
          <ac:picMkLst>
            <pc:docMk/>
            <pc:sldMk cId="0" sldId="256"/>
            <ac:picMk id="5" creationId="{AD2E2DB2-C71B-8E9D-57F0-EA82D86AF6F5}"/>
          </ac:picMkLst>
        </pc:picChg>
      </pc:sldChg>
    </pc:docChg>
  </pc:docChgLst>
  <pc:docChgLst>
    <pc:chgData name="Burri Vivek Vardhan Varma" userId="S::vivek.b@kgpian.iitkgp.ac.in::8f60da33-68e0-40f8-84cf-a1c128f57551" providerId="AD" clId="Web-{ACD4D9BE-1CC8-D54C-1D79-56FEEC126621}"/>
    <pc:docChg chg="modSld">
      <pc:chgData name="Burri Vivek Vardhan Varma" userId="S::vivek.b@kgpian.iitkgp.ac.in::8f60da33-68e0-40f8-84cf-a1c128f57551" providerId="AD" clId="Web-{ACD4D9BE-1CC8-D54C-1D79-56FEEC126621}" dt="2026-01-08T08:59:15.194" v="7"/>
      <pc:docMkLst>
        <pc:docMk/>
      </pc:docMkLst>
      <pc:sldChg chg="modSp">
        <pc:chgData name="Burri Vivek Vardhan Varma" userId="S::vivek.b@kgpian.iitkgp.ac.in::8f60da33-68e0-40f8-84cf-a1c128f57551" providerId="AD" clId="Web-{ACD4D9BE-1CC8-D54C-1D79-56FEEC126621}" dt="2026-01-08T08:57:32.316" v="2" actId="20577"/>
        <pc:sldMkLst>
          <pc:docMk/>
          <pc:sldMk cId="0" sldId="257"/>
        </pc:sldMkLst>
        <pc:spChg chg="mod">
          <ac:chgData name="Burri Vivek Vardhan Varma" userId="S::vivek.b@kgpian.iitkgp.ac.in::8f60da33-68e0-40f8-84cf-a1c128f57551" providerId="AD" clId="Web-{ACD4D9BE-1CC8-D54C-1D79-56FEEC126621}" dt="2026-01-08T08:57:32.316" v="2" actId="20577"/>
          <ac:spMkLst>
            <pc:docMk/>
            <pc:sldMk cId="0" sldId="257"/>
            <ac:spMk id="3" creationId="{FB0D240F-4A94-88A7-B940-29A6A681F417}"/>
          </ac:spMkLst>
        </pc:spChg>
      </pc:sldChg>
      <pc:sldChg chg="modSp">
        <pc:chgData name="Burri Vivek Vardhan Varma" userId="S::vivek.b@kgpian.iitkgp.ac.in::8f60da33-68e0-40f8-84cf-a1c128f57551" providerId="AD" clId="Web-{ACD4D9BE-1CC8-D54C-1D79-56FEEC126621}" dt="2026-01-08T08:58:45.177" v="3" actId="1076"/>
        <pc:sldMkLst>
          <pc:docMk/>
          <pc:sldMk cId="0" sldId="260"/>
        </pc:sldMkLst>
        <pc:picChg chg="mod">
          <ac:chgData name="Burri Vivek Vardhan Varma" userId="S::vivek.b@kgpian.iitkgp.ac.in::8f60da33-68e0-40f8-84cf-a1c128f57551" providerId="AD" clId="Web-{ACD4D9BE-1CC8-D54C-1D79-56FEEC126621}" dt="2026-01-08T08:58:45.177" v="3" actId="1076"/>
          <ac:picMkLst>
            <pc:docMk/>
            <pc:sldMk cId="0" sldId="260"/>
            <ac:picMk id="3" creationId="{A75F4988-E9EE-04CD-5E37-16556697FA0C}"/>
          </ac:picMkLst>
        </pc:picChg>
      </pc:sldChg>
      <pc:sldChg chg="mod modShow">
        <pc:chgData name="Burri Vivek Vardhan Varma" userId="S::vivek.b@kgpian.iitkgp.ac.in::8f60da33-68e0-40f8-84cf-a1c128f57551" providerId="AD" clId="Web-{ACD4D9BE-1CC8-D54C-1D79-56FEEC126621}" dt="2026-01-08T08:59:15.194" v="7"/>
        <pc:sldMkLst>
          <pc:docMk/>
          <pc:sldMk cId="0" sldId="263"/>
        </pc:sldMkLst>
      </pc:sldChg>
    </pc:docChg>
  </pc:docChgLst>
  <pc:docChgLst>
    <pc:chgData name="Agrim Goyal" userId="S::agrimgoyal2005@kgpian.iitkgp.ac.in::4ef7a773-d793-4473-824a-6a898a478845" providerId="AD" clId="Web-{17802AA5-06B5-10DF-CF72-53785C285A1B}"/>
    <pc:docChg chg="modSld">
      <pc:chgData name="Agrim Goyal" userId="S::agrimgoyal2005@kgpian.iitkgp.ac.in::4ef7a773-d793-4473-824a-6a898a478845" providerId="AD" clId="Web-{17802AA5-06B5-10DF-CF72-53785C285A1B}" dt="2026-01-08T08:51:43.236" v="0" actId="1076"/>
      <pc:docMkLst>
        <pc:docMk/>
      </pc:docMkLst>
      <pc:sldChg chg="modSp">
        <pc:chgData name="Agrim Goyal" userId="S::agrimgoyal2005@kgpian.iitkgp.ac.in::4ef7a773-d793-4473-824a-6a898a478845" providerId="AD" clId="Web-{17802AA5-06B5-10DF-CF72-53785C285A1B}" dt="2026-01-08T08:51:43.236" v="0" actId="1076"/>
        <pc:sldMkLst>
          <pc:docMk/>
          <pc:sldMk cId="0" sldId="261"/>
        </pc:sldMkLst>
        <pc:picChg chg="mod">
          <ac:chgData name="Agrim Goyal" userId="S::agrimgoyal2005@kgpian.iitkgp.ac.in::4ef7a773-d793-4473-824a-6a898a478845" providerId="AD" clId="Web-{17802AA5-06B5-10DF-CF72-53785C285A1B}" dt="2026-01-08T08:51:43.236" v="0" actId="1076"/>
          <ac:picMkLst>
            <pc:docMk/>
            <pc:sldMk cId="0" sldId="261"/>
            <ac:picMk id="3" creationId="{E4942E6A-4042-1AA1-4562-E842FD18BFFD}"/>
          </ac:picMkLst>
        </pc:picChg>
      </pc:sldChg>
    </pc:docChg>
  </pc:docChgLst>
  <pc:docChgLst>
    <pc:chgData name="Bala Dharnesh" userId="S::dharnesh_bala@kgpian.iitkgp.ac.in::d92df447-80c6-401a-b676-da12c7e64758" providerId="AD" clId="Web-{29779037-1FB3-0597-1F7D-0B4A1F9DCC52}"/>
    <pc:docChg chg="modSld">
      <pc:chgData name="Bala Dharnesh" userId="S::dharnesh_bala@kgpian.iitkgp.ac.in::d92df447-80c6-401a-b676-da12c7e64758" providerId="AD" clId="Web-{29779037-1FB3-0597-1F7D-0B4A1F9DCC52}" dt="2026-01-08T09:02:28.946" v="24" actId="20577"/>
      <pc:docMkLst>
        <pc:docMk/>
      </pc:docMkLst>
    </pc:docChg>
  </pc:docChgLst>
  <pc:docChgLst>
    <pc:chgData name="Ansh Sharma" userId="S::aanshmudgal@kgpian.iitkgp.ac.in::1b55d757-96ba-4120-b246-47e99f618c52" providerId="AD" clId="Web-{578BF05B-2CF7-319D-E81C-DEC4F32FEC27}"/>
    <pc:docChg chg="modSld">
      <pc:chgData name="Ansh Sharma" userId="S::aanshmudgal@kgpian.iitkgp.ac.in::1b55d757-96ba-4120-b246-47e99f618c52" providerId="AD" clId="Web-{578BF05B-2CF7-319D-E81C-DEC4F32FEC27}" dt="2026-01-08T08:56:52.732" v="8" actId="1076"/>
      <pc:docMkLst>
        <pc:docMk/>
      </pc:docMkLst>
      <pc:sldChg chg="modSp">
        <pc:chgData name="Ansh Sharma" userId="S::aanshmudgal@kgpian.iitkgp.ac.in::1b55d757-96ba-4120-b246-47e99f618c52" providerId="AD" clId="Web-{578BF05B-2CF7-319D-E81C-DEC4F32FEC27}" dt="2026-01-08T08:56:52.732" v="8" actId="1076"/>
        <pc:sldMkLst>
          <pc:docMk/>
          <pc:sldMk cId="0" sldId="256"/>
        </pc:sldMkLst>
        <pc:spChg chg="mod">
          <ac:chgData name="Ansh Sharma" userId="S::aanshmudgal@kgpian.iitkgp.ac.in::1b55d757-96ba-4120-b246-47e99f618c52" providerId="AD" clId="Web-{578BF05B-2CF7-319D-E81C-DEC4F32FEC27}" dt="2026-01-08T08:49:56.090" v="1" actId="1076"/>
          <ac:spMkLst>
            <pc:docMk/>
            <pc:sldMk cId="0" sldId="256"/>
            <ac:spMk id="78" creationId="{00000000-0000-0000-0000-000000000000}"/>
          </ac:spMkLst>
        </pc:spChg>
        <pc:picChg chg="mod">
          <ac:chgData name="Ansh Sharma" userId="S::aanshmudgal@kgpian.iitkgp.ac.in::1b55d757-96ba-4120-b246-47e99f618c52" providerId="AD" clId="Web-{578BF05B-2CF7-319D-E81C-DEC4F32FEC27}" dt="2026-01-08T08:56:52.732" v="8" actId="1076"/>
          <ac:picMkLst>
            <pc:docMk/>
            <pc:sldMk cId="0" sldId="256"/>
            <ac:picMk id="3" creationId="{1C6AA67A-623A-50A1-413A-061C0BCB95A8}"/>
          </ac:picMkLst>
        </pc:picChg>
        <pc:picChg chg="mod">
          <ac:chgData name="Ansh Sharma" userId="S::aanshmudgal@kgpian.iitkgp.ac.in::1b55d757-96ba-4120-b246-47e99f618c52" providerId="AD" clId="Web-{578BF05B-2CF7-319D-E81C-DEC4F32FEC27}" dt="2026-01-08T08:56:40.841" v="7" actId="1076"/>
          <ac:picMkLst>
            <pc:docMk/>
            <pc:sldMk cId="0" sldId="256"/>
            <ac:picMk id="5" creationId="{AD2E2DB2-C71B-8E9D-57F0-EA82D86AF6F5}"/>
          </ac:picMkLst>
        </pc:picChg>
      </pc:sldChg>
      <pc:sldChg chg="modSp">
        <pc:chgData name="Ansh Sharma" userId="S::aanshmudgal@kgpian.iitkgp.ac.in::1b55d757-96ba-4120-b246-47e99f618c52" providerId="AD" clId="Web-{578BF05B-2CF7-319D-E81C-DEC4F32FEC27}" dt="2026-01-08T08:51:06.075" v="4" actId="20577"/>
        <pc:sldMkLst>
          <pc:docMk/>
          <pc:sldMk cId="0" sldId="257"/>
        </pc:sldMkLst>
        <pc:spChg chg="mod">
          <ac:chgData name="Ansh Sharma" userId="S::aanshmudgal@kgpian.iitkgp.ac.in::1b55d757-96ba-4120-b246-47e99f618c52" providerId="AD" clId="Web-{578BF05B-2CF7-319D-E81C-DEC4F32FEC27}" dt="2026-01-08T08:51:06.075" v="4" actId="20577"/>
          <ac:spMkLst>
            <pc:docMk/>
            <pc:sldMk cId="0" sldId="257"/>
            <ac:spMk id="3" creationId="{FB0D240F-4A94-88A7-B940-29A6A681F417}"/>
          </ac:spMkLst>
        </pc:spChg>
      </pc:sldChg>
      <pc:sldChg chg="modSp">
        <pc:chgData name="Ansh Sharma" userId="S::aanshmudgal@kgpian.iitkgp.ac.in::1b55d757-96ba-4120-b246-47e99f618c52" providerId="AD" clId="Web-{578BF05B-2CF7-319D-E81C-DEC4F32FEC27}" dt="2026-01-08T08:52:34.778" v="5" actId="1076"/>
        <pc:sldMkLst>
          <pc:docMk/>
          <pc:sldMk cId="0" sldId="261"/>
        </pc:sldMkLst>
        <pc:picChg chg="mod">
          <ac:chgData name="Ansh Sharma" userId="S::aanshmudgal@kgpian.iitkgp.ac.in::1b55d757-96ba-4120-b246-47e99f618c52" providerId="AD" clId="Web-{578BF05B-2CF7-319D-E81C-DEC4F32FEC27}" dt="2026-01-08T08:52:34.778" v="5" actId="1076"/>
          <ac:picMkLst>
            <pc:docMk/>
            <pc:sldMk cId="0" sldId="261"/>
            <ac:picMk id="3" creationId="{E4942E6A-4042-1AA1-4562-E842FD18BFFD}"/>
          </ac:picMkLst>
        </pc:picChg>
      </pc:sldChg>
    </pc:docChg>
  </pc:docChgLst>
  <pc:docChgLst>
    <pc:chgData name="Harshvardhan Repaswal" userId="S::me.harshvardhan2004@kgpian.iitkgp.ac.in::147e617b-2746-434e-821a-b87a14d714c9" providerId="AD" clId="Web-{725B3E16-D24C-5CA0-CA2A-DA040CE1B8AB}"/>
    <pc:docChg chg="addSld delSld modSld">
      <pc:chgData name="Harshvardhan Repaswal" userId="S::me.harshvardhan2004@kgpian.iitkgp.ac.in::147e617b-2746-434e-821a-b87a14d714c9" providerId="AD" clId="Web-{725B3E16-D24C-5CA0-CA2A-DA040CE1B8AB}" dt="2026-01-08T10:06:18.715" v="85" actId="20577"/>
      <pc:docMkLst>
        <pc:docMk/>
      </pc:docMkLst>
      <pc:sldChg chg="modSp add del">
        <pc:chgData name="Harshvardhan Repaswal" userId="S::me.harshvardhan2004@kgpian.iitkgp.ac.in::147e617b-2746-434e-821a-b87a14d714c9" providerId="AD" clId="Web-{725B3E16-D24C-5CA0-CA2A-DA040CE1B8AB}" dt="2026-01-08T10:05:38.777" v="61" actId="1076"/>
        <pc:sldMkLst>
          <pc:docMk/>
          <pc:sldMk cId="0" sldId="256"/>
        </pc:sldMkLst>
        <pc:picChg chg="mod">
          <ac:chgData name="Harshvardhan Repaswal" userId="S::me.harshvardhan2004@kgpian.iitkgp.ac.in::147e617b-2746-434e-821a-b87a14d714c9" providerId="AD" clId="Web-{725B3E16-D24C-5CA0-CA2A-DA040CE1B8AB}" dt="2026-01-08T10:05:33.137" v="60" actId="1076"/>
          <ac:picMkLst>
            <pc:docMk/>
            <pc:sldMk cId="0" sldId="256"/>
            <ac:picMk id="3" creationId="{1C6AA67A-623A-50A1-413A-061C0BCB95A8}"/>
          </ac:picMkLst>
        </pc:picChg>
        <pc:picChg chg="mod">
          <ac:chgData name="Harshvardhan Repaswal" userId="S::me.harshvardhan2004@kgpian.iitkgp.ac.in::147e617b-2746-434e-821a-b87a14d714c9" providerId="AD" clId="Web-{725B3E16-D24C-5CA0-CA2A-DA040CE1B8AB}" dt="2026-01-08T10:05:38.777" v="61" actId="1076"/>
          <ac:picMkLst>
            <pc:docMk/>
            <pc:sldMk cId="0" sldId="256"/>
            <ac:picMk id="5" creationId="{AD2E2DB2-C71B-8E9D-57F0-EA82D86AF6F5}"/>
          </ac:picMkLst>
        </pc:picChg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0.949" v="41"/>
        <pc:sldMkLst>
          <pc:docMk/>
          <pc:sldMk cId="0" sldId="257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0.996" v="42"/>
        <pc:sldMkLst>
          <pc:docMk/>
          <pc:sldMk cId="0" sldId="258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027" v="43"/>
        <pc:sldMkLst>
          <pc:docMk/>
          <pc:sldMk cId="0" sldId="259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199" v="45"/>
        <pc:sldMkLst>
          <pc:docMk/>
          <pc:sldMk cId="0" sldId="260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121" v="44"/>
        <pc:sldMkLst>
          <pc:docMk/>
          <pc:sldMk cId="0" sldId="261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293" v="46"/>
        <pc:sldMkLst>
          <pc:docMk/>
          <pc:sldMk cId="0" sldId="262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387" v="47"/>
        <pc:sldMkLst>
          <pc:docMk/>
          <pc:sldMk cId="0" sldId="263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480" v="48"/>
        <pc:sldMkLst>
          <pc:docMk/>
          <pc:sldMk cId="0" sldId="264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559" v="49"/>
        <pc:sldMkLst>
          <pc:docMk/>
          <pc:sldMk cId="0" sldId="266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637" v="50"/>
        <pc:sldMkLst>
          <pc:docMk/>
          <pc:sldMk cId="0" sldId="267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762" v="52"/>
        <pc:sldMkLst>
          <pc:docMk/>
          <pc:sldMk cId="0" sldId="268"/>
        </pc:sldMkLst>
      </pc:sldChg>
      <pc:sldChg chg="addSp delSp add del">
        <pc:chgData name="Harshvardhan Repaswal" userId="S::me.harshvardhan2004@kgpian.iitkgp.ac.in::147e617b-2746-434e-821a-b87a14d714c9" providerId="AD" clId="Web-{725B3E16-D24C-5CA0-CA2A-DA040CE1B8AB}" dt="2026-01-08T10:05:31.855" v="53"/>
        <pc:sldMkLst>
          <pc:docMk/>
          <pc:sldMk cId="0" sldId="269"/>
        </pc:sldMkLst>
        <pc:picChg chg="add del">
          <ac:chgData name="Harshvardhan Repaswal" userId="S::me.harshvardhan2004@kgpian.iitkgp.ac.in::147e617b-2746-434e-821a-b87a14d714c9" providerId="AD" clId="Web-{725B3E16-D24C-5CA0-CA2A-DA040CE1B8AB}" dt="2026-01-08T10:05:10.449" v="19"/>
          <ac:picMkLst>
            <pc:docMk/>
            <pc:sldMk cId="0" sldId="269"/>
            <ac:picMk id="3" creationId="{82207382-0D05-C2E3-8670-9C4BB106FBE4}"/>
          </ac:picMkLst>
        </pc:picChg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934" v="54"/>
        <pc:sldMkLst>
          <pc:docMk/>
          <pc:sldMk cId="0" sldId="270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2.027" v="55"/>
        <pc:sldMkLst>
          <pc:docMk/>
          <pc:sldMk cId="0" sldId="271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2.168" v="56"/>
        <pc:sldMkLst>
          <pc:docMk/>
          <pc:sldMk cId="0" sldId="272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2.309" v="57"/>
        <pc:sldMkLst>
          <pc:docMk/>
          <pc:sldMk cId="0" sldId="273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2.402" v="58"/>
        <pc:sldMkLst>
          <pc:docMk/>
          <pc:sldMk cId="0" sldId="274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1.715" v="51"/>
        <pc:sldMkLst>
          <pc:docMk/>
          <pc:sldMk cId="203456998" sldId="313"/>
        </pc:sldMkLst>
      </pc:sldChg>
      <pc:sldChg chg="add del">
        <pc:chgData name="Harshvardhan Repaswal" userId="S::me.harshvardhan2004@kgpian.iitkgp.ac.in::147e617b-2746-434e-821a-b87a14d714c9" providerId="AD" clId="Web-{725B3E16-D24C-5CA0-CA2A-DA040CE1B8AB}" dt="2026-01-08T10:05:32.512" v="59"/>
        <pc:sldMkLst>
          <pc:docMk/>
          <pc:sldMk cId="1196780065" sldId="314"/>
        </pc:sldMkLst>
      </pc:sldChg>
      <pc:sldChg chg="modSp">
        <pc:chgData name="Harshvardhan Repaswal" userId="S::me.harshvardhan2004@kgpian.iitkgp.ac.in::147e617b-2746-434e-821a-b87a14d714c9" providerId="AD" clId="Web-{725B3E16-D24C-5CA0-CA2A-DA040CE1B8AB}" dt="2026-01-08T10:06:18.715" v="85" actId="20577"/>
        <pc:sldMkLst>
          <pc:docMk/>
          <pc:sldMk cId="910061361" sldId="315"/>
        </pc:sldMkLst>
        <pc:spChg chg="mod">
          <ac:chgData name="Harshvardhan Repaswal" userId="S::me.harshvardhan2004@kgpian.iitkgp.ac.in::147e617b-2746-434e-821a-b87a14d714c9" providerId="AD" clId="Web-{725B3E16-D24C-5CA0-CA2A-DA040CE1B8AB}" dt="2026-01-08T10:06:18.715" v="85" actId="20577"/>
          <ac:spMkLst>
            <pc:docMk/>
            <pc:sldMk cId="910061361" sldId="315"/>
            <ac:spMk id="2" creationId="{452A6093-258D-97EF-086E-2FCD14B02B26}"/>
          </ac:spMkLst>
        </pc:spChg>
      </pc:sldChg>
    </pc:docChg>
  </pc:docChgLst>
  <pc:docChgLst>
    <pc:chgData name="Jha Shresth Mukeshchandra" userId="S::shresth.jha@kgpian.iitkgp.ac.in::0d9d613f-1519-4fe2-9467-a8890a3f0386" providerId="AD" clId="Web-{7A087A63-86B6-825C-01FA-5FF918CC2A2D}"/>
    <pc:docChg chg="modSld">
      <pc:chgData name="Jha Shresth Mukeshchandra" userId="S::shresth.jha@kgpian.iitkgp.ac.in::0d9d613f-1519-4fe2-9467-a8890a3f0386" providerId="AD" clId="Web-{7A087A63-86B6-825C-01FA-5FF918CC2A2D}" dt="2026-01-08T09:19:11.808" v="0" actId="1076"/>
      <pc:docMkLst>
        <pc:docMk/>
      </pc:docMkLst>
      <pc:sldChg chg="modSp">
        <pc:chgData name="Jha Shresth Mukeshchandra" userId="S::shresth.jha@kgpian.iitkgp.ac.in::0d9d613f-1519-4fe2-9467-a8890a3f0386" providerId="AD" clId="Web-{7A087A63-86B6-825C-01FA-5FF918CC2A2D}" dt="2026-01-08T09:19:11.808" v="0" actId="1076"/>
        <pc:sldMkLst>
          <pc:docMk/>
          <pc:sldMk cId="0" sldId="261"/>
        </pc:sldMkLst>
        <pc:picChg chg="mod">
          <ac:chgData name="Jha Shresth Mukeshchandra" userId="S::shresth.jha@kgpian.iitkgp.ac.in::0d9d613f-1519-4fe2-9467-a8890a3f0386" providerId="AD" clId="Web-{7A087A63-86B6-825C-01FA-5FF918CC2A2D}" dt="2026-01-08T09:19:11.808" v="0" actId="1076"/>
          <ac:picMkLst>
            <pc:docMk/>
            <pc:sldMk cId="0" sldId="261"/>
            <ac:picMk id="3" creationId="{E4942E6A-4042-1AA1-4562-E842FD18BFFD}"/>
          </ac:picMkLst>
        </pc:picChg>
      </pc:sldChg>
    </pc:docChg>
  </pc:docChgLst>
  <pc:docChgLst>
    <pc:chgData name="Banothu Venu" userId="S::banothuvenu@kgpian.iitkgp.ac.in::7021aed9-1f5e-4d21-abd8-0b9915ddebd0" providerId="AD" clId="Web-{C7AB364A-6D16-663A-3003-64BF96FB7C91}"/>
    <pc:docChg chg="modSld">
      <pc:chgData name="Banothu Venu" userId="S::banothuvenu@kgpian.iitkgp.ac.in::7021aed9-1f5e-4d21-abd8-0b9915ddebd0" providerId="AD" clId="Web-{C7AB364A-6D16-663A-3003-64BF96FB7C91}" dt="2026-01-08T09:18:21.805" v="1" actId="1076"/>
      <pc:docMkLst>
        <pc:docMk/>
      </pc:docMkLst>
      <pc:sldChg chg="modSp">
        <pc:chgData name="Banothu Venu" userId="S::banothuvenu@kgpian.iitkgp.ac.in::7021aed9-1f5e-4d21-abd8-0b9915ddebd0" providerId="AD" clId="Web-{C7AB364A-6D16-663A-3003-64BF96FB7C91}" dt="2026-01-08T09:18:21.805" v="1" actId="1076"/>
        <pc:sldMkLst>
          <pc:docMk/>
          <pc:sldMk cId="0" sldId="261"/>
        </pc:sldMkLst>
        <pc:picChg chg="mod">
          <ac:chgData name="Banothu Venu" userId="S::banothuvenu@kgpian.iitkgp.ac.in::7021aed9-1f5e-4d21-abd8-0b9915ddebd0" providerId="AD" clId="Web-{C7AB364A-6D16-663A-3003-64BF96FB7C91}" dt="2026-01-08T09:18:21.805" v="1" actId="1076"/>
          <ac:picMkLst>
            <pc:docMk/>
            <pc:sldMk cId="0" sldId="261"/>
            <ac:picMk id="3" creationId="{E4942E6A-4042-1AA1-4562-E842FD18BFFD}"/>
          </ac:picMkLst>
        </pc:picChg>
      </pc:sldChg>
    </pc:docChg>
  </pc:docChgLst>
  <pc:docChgLst>
    <pc:chgData name="Ellambhatla Sai Vishesh Sharma" userId="S::saivishesh.ellambhatla@kgpian.iitkgp.ac.in::a4fef081-b73e-40fd-9521-51ca89bd44ef" providerId="AD" clId="Web-{4A10E815-8ADE-AF31-525A-014916AD1E34}"/>
    <pc:docChg chg="modSld">
      <pc:chgData name="Ellambhatla Sai Vishesh Sharma" userId="S::saivishesh.ellambhatla@kgpian.iitkgp.ac.in::a4fef081-b73e-40fd-9521-51ca89bd44ef" providerId="AD" clId="Web-{4A10E815-8ADE-AF31-525A-014916AD1E34}" dt="2026-01-08T10:13:08.505" v="28" actId="20577"/>
      <pc:docMkLst>
        <pc:docMk/>
      </pc:docMkLst>
      <pc:sldChg chg="modSp">
        <pc:chgData name="Ellambhatla Sai Vishesh Sharma" userId="S::saivishesh.ellambhatla@kgpian.iitkgp.ac.in::a4fef081-b73e-40fd-9521-51ca89bd44ef" providerId="AD" clId="Web-{4A10E815-8ADE-AF31-525A-014916AD1E34}" dt="2026-01-08T09:26:26.785" v="2" actId="1076"/>
        <pc:sldMkLst>
          <pc:docMk/>
          <pc:sldMk cId="0" sldId="260"/>
        </pc:sldMkLst>
        <pc:spChg chg="mod">
          <ac:chgData name="Ellambhatla Sai Vishesh Sharma" userId="S::saivishesh.ellambhatla@kgpian.iitkgp.ac.in::a4fef081-b73e-40fd-9521-51ca89bd44ef" providerId="AD" clId="Web-{4A10E815-8ADE-AF31-525A-014916AD1E34}" dt="2026-01-08T09:26:26.785" v="2" actId="1076"/>
          <ac:spMkLst>
            <pc:docMk/>
            <pc:sldMk cId="0" sldId="260"/>
            <ac:spMk id="4" creationId="{05147A1D-24F7-BA48-7C96-2930ACBE4A51}"/>
          </ac:spMkLst>
        </pc:spChg>
      </pc:sldChg>
      <pc:sldChg chg="modSp">
        <pc:chgData name="Ellambhatla Sai Vishesh Sharma" userId="S::saivishesh.ellambhatla@kgpian.iitkgp.ac.in::a4fef081-b73e-40fd-9521-51ca89bd44ef" providerId="AD" clId="Web-{4A10E815-8ADE-AF31-525A-014916AD1E34}" dt="2026-01-08T09:26:11.457" v="1" actId="1076"/>
        <pc:sldMkLst>
          <pc:docMk/>
          <pc:sldMk cId="0" sldId="262"/>
        </pc:sldMkLst>
        <pc:picChg chg="mod">
          <ac:chgData name="Ellambhatla Sai Vishesh Sharma" userId="S::saivishesh.ellambhatla@kgpian.iitkgp.ac.in::a4fef081-b73e-40fd-9521-51ca89bd44ef" providerId="AD" clId="Web-{4A10E815-8ADE-AF31-525A-014916AD1E34}" dt="2026-01-08T09:26:11.457" v="1" actId="1076"/>
          <ac:picMkLst>
            <pc:docMk/>
            <pc:sldMk cId="0" sldId="262"/>
            <ac:picMk id="3" creationId="{B7E08704-D8A5-DD7A-7363-596ADA1DAC5B}"/>
          </ac:picMkLst>
        </pc:picChg>
      </pc:sldChg>
      <pc:sldChg chg="modSp">
        <pc:chgData name="Ellambhatla Sai Vishesh Sharma" userId="S::saivishesh.ellambhatla@kgpian.iitkgp.ac.in::a4fef081-b73e-40fd-9521-51ca89bd44ef" providerId="AD" clId="Web-{4A10E815-8ADE-AF31-525A-014916AD1E34}" dt="2026-01-08T10:13:08.505" v="28" actId="20577"/>
        <pc:sldMkLst>
          <pc:docMk/>
          <pc:sldMk cId="0" sldId="273"/>
        </pc:sldMkLst>
        <pc:spChg chg="mod">
          <ac:chgData name="Ellambhatla Sai Vishesh Sharma" userId="S::saivishesh.ellambhatla@kgpian.iitkgp.ac.in::a4fef081-b73e-40fd-9521-51ca89bd44ef" providerId="AD" clId="Web-{4A10E815-8ADE-AF31-525A-014916AD1E34}" dt="2026-01-08T10:13:08.505" v="28" actId="20577"/>
          <ac:spMkLst>
            <pc:docMk/>
            <pc:sldMk cId="0" sldId="273"/>
            <ac:spMk id="235" creationId="{00000000-0000-0000-0000-000000000000}"/>
          </ac:spMkLst>
        </pc:spChg>
      </pc:sldChg>
      <pc:sldChg chg="modSp">
        <pc:chgData name="Ellambhatla Sai Vishesh Sharma" userId="S::saivishesh.ellambhatla@kgpian.iitkgp.ac.in::a4fef081-b73e-40fd-9521-51ca89bd44ef" providerId="AD" clId="Web-{4A10E815-8ADE-AF31-525A-014916AD1E34}" dt="2026-01-08T10:08:57.381" v="16" actId="20577"/>
        <pc:sldMkLst>
          <pc:docMk/>
          <pc:sldMk cId="203456998" sldId="313"/>
        </pc:sldMkLst>
        <pc:spChg chg="mod">
          <ac:chgData name="Ellambhatla Sai Vishesh Sharma" userId="S::saivishesh.ellambhatla@kgpian.iitkgp.ac.in::a4fef081-b73e-40fd-9521-51ca89bd44ef" providerId="AD" clId="Web-{4A10E815-8ADE-AF31-525A-014916AD1E34}" dt="2026-01-08T10:08:57.381" v="16" actId="20577"/>
          <ac:spMkLst>
            <pc:docMk/>
            <pc:sldMk cId="203456998" sldId="313"/>
            <ac:spMk id="2" creationId="{2CFCA653-36F5-519A-FC8D-7DA4EBFCF817}"/>
          </ac:spMkLst>
        </pc:spChg>
      </pc:sldChg>
    </pc:docChg>
  </pc:docChgLst>
  <pc:docChgLst>
    <pc:chgData name="Smriti" userId="S::dhruvsaroj1@kgpian.iitkgp.ac.in::8eea15a4-d40d-4039-881b-9e1179b1ccb2" providerId="AD" clId="Web-{37591278-EC9C-1E7B-42E0-649A6F9DCFEA}"/>
    <pc:docChg chg="modSld">
      <pc:chgData name="Smriti" userId="S::dhruvsaroj1@kgpian.iitkgp.ac.in::8eea15a4-d40d-4039-881b-9e1179b1ccb2" providerId="AD" clId="Web-{37591278-EC9C-1E7B-42E0-649A6F9DCFEA}" dt="2026-01-08T15:01:06.806" v="0" actId="1076"/>
      <pc:docMkLst>
        <pc:docMk/>
      </pc:docMkLst>
      <pc:sldChg chg="modSp">
        <pc:chgData name="Smriti" userId="S::dhruvsaroj1@kgpian.iitkgp.ac.in::8eea15a4-d40d-4039-881b-9e1179b1ccb2" providerId="AD" clId="Web-{37591278-EC9C-1E7B-42E0-649A6F9DCFEA}" dt="2026-01-08T15:01:06.806" v="0" actId="1076"/>
        <pc:sldMkLst>
          <pc:docMk/>
          <pc:sldMk cId="0" sldId="259"/>
        </pc:sldMkLst>
        <pc:spChg chg="mod">
          <ac:chgData name="Smriti" userId="S::dhruvsaroj1@kgpian.iitkgp.ac.in::8eea15a4-d40d-4039-881b-9e1179b1ccb2" providerId="AD" clId="Web-{37591278-EC9C-1E7B-42E0-649A6F9DCFEA}" dt="2026-01-08T15:01:06.806" v="0" actId="1076"/>
          <ac:spMkLst>
            <pc:docMk/>
            <pc:sldMk cId="0" sldId="259"/>
            <ac:spMk id="2" creationId="{F122DEAF-F446-E2B2-6DFA-B5E489C615FB}"/>
          </ac:spMkLst>
        </pc:spChg>
      </pc:sldChg>
    </pc:docChg>
  </pc:docChgLst>
  <pc:docChgLst>
    <pc:chgData name="Marala Sai Pragnaan" userId="S::saipragnaan08@kgpian.iitkgp.ac.in::e4c55f45-5ec0-4790-8f8e-402e2e15abfc" providerId="AD" clId="Web-{A035F58C-535A-7A48-CF78-6D5E86D42FEF}"/>
    <pc:docChg chg="modSld">
      <pc:chgData name="Marala Sai Pragnaan" userId="S::saipragnaan08@kgpian.iitkgp.ac.in::e4c55f45-5ec0-4790-8f8e-402e2e15abfc" providerId="AD" clId="Web-{A035F58C-535A-7A48-CF78-6D5E86D42FEF}" dt="2026-01-08T08:57:59.506" v="3" actId="1076"/>
      <pc:docMkLst>
        <pc:docMk/>
      </pc:docMkLst>
      <pc:sldChg chg="modSp">
        <pc:chgData name="Marala Sai Pragnaan" userId="S::saipragnaan08@kgpian.iitkgp.ac.in::e4c55f45-5ec0-4790-8f8e-402e2e15abfc" providerId="AD" clId="Web-{A035F58C-535A-7A48-CF78-6D5E86D42FEF}" dt="2026-01-08T08:55:06.034" v="1" actId="1076"/>
        <pc:sldMkLst>
          <pc:docMk/>
          <pc:sldMk cId="0" sldId="259"/>
        </pc:sldMkLst>
        <pc:picChg chg="mod">
          <ac:chgData name="Marala Sai Pragnaan" userId="S::saipragnaan08@kgpian.iitkgp.ac.in::e4c55f45-5ec0-4790-8f8e-402e2e15abfc" providerId="AD" clId="Web-{A035F58C-535A-7A48-CF78-6D5E86D42FEF}" dt="2026-01-08T08:55:06.034" v="1" actId="1076"/>
          <ac:picMkLst>
            <pc:docMk/>
            <pc:sldMk cId="0" sldId="259"/>
            <ac:picMk id="6" creationId="{80C8384C-19EF-CDDD-BBE1-B5E65A994E41}"/>
          </ac:picMkLst>
        </pc:picChg>
      </pc:sldChg>
    </pc:docChg>
  </pc:docChgLst>
  <pc:docChgLst>
    <pc:chgData name="Rakshita" userId="S::rakshita6748@kgpian.iitkgp.ac.in::b769f7c2-e9ba-4fcf-9d00-2f2269714322" providerId="AD" clId="Web-{C3A6299E-58F5-4A16-0F1E-4FAA1386ED6A}"/>
    <pc:docChg chg="modSld">
      <pc:chgData name="Rakshita" userId="S::rakshita6748@kgpian.iitkgp.ac.in::b769f7c2-e9ba-4fcf-9d00-2f2269714322" providerId="AD" clId="Web-{C3A6299E-58F5-4A16-0F1E-4FAA1386ED6A}" dt="2026-01-08T10:08:37.668" v="3" actId="1076"/>
      <pc:docMkLst>
        <pc:docMk/>
      </pc:docMkLst>
      <pc:sldChg chg="modSp">
        <pc:chgData name="Rakshita" userId="S::rakshita6748@kgpian.iitkgp.ac.in::b769f7c2-e9ba-4fcf-9d00-2f2269714322" providerId="AD" clId="Web-{C3A6299E-58F5-4A16-0F1E-4FAA1386ED6A}" dt="2026-01-08T10:08:37.668" v="3" actId="1076"/>
        <pc:sldMkLst>
          <pc:docMk/>
          <pc:sldMk cId="0" sldId="272"/>
        </pc:sldMkLst>
        <pc:picChg chg="mod">
          <ac:chgData name="Rakshita" userId="S::rakshita6748@kgpian.iitkgp.ac.in::b769f7c2-e9ba-4fcf-9d00-2f2269714322" providerId="AD" clId="Web-{C3A6299E-58F5-4A16-0F1E-4FAA1386ED6A}" dt="2026-01-08T10:08:37.668" v="3" actId="1076"/>
          <ac:picMkLst>
            <pc:docMk/>
            <pc:sldMk cId="0" sldId="272"/>
            <ac:picMk id="3" creationId="{8D35489E-E9A2-D477-5BC1-BF8CE6D74011}"/>
          </ac:picMkLst>
        </pc:picChg>
      </pc:sldChg>
    </pc:docChg>
  </pc:docChgLst>
  <pc:docChgLst>
    <pc:chgData name="Chintada Yesheeth Sree Narayana" userId="S::chyesheeth@kgpian.iitkgp.ac.in::ccb4de33-e5ee-4a5d-ba94-ec7f82d21c0e" providerId="AD" clId="Web-{34377CFF-51E6-F066-F5DD-9FE8A2F6F8CB}"/>
    <pc:docChg chg="modSld">
      <pc:chgData name="Chintada Yesheeth Sree Narayana" userId="S::chyesheeth@kgpian.iitkgp.ac.in::ccb4de33-e5ee-4a5d-ba94-ec7f82d21c0e" providerId="AD" clId="Web-{34377CFF-51E6-F066-F5DD-9FE8A2F6F8CB}" dt="2026-01-08T08:51:14.052" v="1" actId="1076"/>
      <pc:docMkLst>
        <pc:docMk/>
      </pc:docMkLst>
    </pc:docChg>
  </pc:docChgLst>
  <pc:docChgLst>
    <pc:chgData name="Sharanya Baidya" userId="S::sharanyabaidya@kgpian.iitkgp.ac.in::d74a816a-631e-4981-b93c-5127ecd91308" providerId="AD" clId="Web-{DCB7F622-8A64-2EE1-FB71-D4D680779AEB}"/>
    <pc:docChg chg="modSld">
      <pc:chgData name="Sharanya Baidya" userId="S::sharanyabaidya@kgpian.iitkgp.ac.in::d74a816a-631e-4981-b93c-5127ecd91308" providerId="AD" clId="Web-{DCB7F622-8A64-2EE1-FB71-D4D680779AEB}" dt="2026-01-08T08:56:58.141" v="0" actId="1076"/>
      <pc:docMkLst>
        <pc:docMk/>
      </pc:docMkLst>
    </pc:docChg>
  </pc:docChgLst>
  <pc:docChgLst>
    <pc:chgData name="Ansh Sharma" userId="S::aanshmudgal@kgpian.iitkgp.ac.in::1b55d757-96ba-4120-b246-47e99f618c52" providerId="AD" clId="Web-{8F1A9A69-52BF-A364-D9FB-68B5259BA87A}"/>
    <pc:docChg chg="modSld">
      <pc:chgData name="Ansh Sharma" userId="S::aanshmudgal@kgpian.iitkgp.ac.in::1b55d757-96ba-4120-b246-47e99f618c52" providerId="AD" clId="Web-{8F1A9A69-52BF-A364-D9FB-68B5259BA87A}" dt="2026-01-08T09:05:35.013" v="2" actId="1076"/>
      <pc:docMkLst>
        <pc:docMk/>
      </pc:docMkLst>
    </pc:docChg>
  </pc:docChgLst>
  <pc:docChgLst>
    <pc:chgData name="Vadlamudi Venkata Sathwik" userId="S::sathwik1101@kgpian.iitkgp.ac.in::4b5e170e-0fa8-408c-9a70-c1d2ab41a580" providerId="AD" clId="Web-{55BBEDA4-E338-3A2A-2B20-09DAF982A642}"/>
    <pc:docChg chg="modSld">
      <pc:chgData name="Vadlamudi Venkata Sathwik" userId="S::sathwik1101@kgpian.iitkgp.ac.in::4b5e170e-0fa8-408c-9a70-c1d2ab41a580" providerId="AD" clId="Web-{55BBEDA4-E338-3A2A-2B20-09DAF982A642}" dt="2026-01-08T11:02:49.991" v="0" actId="1076"/>
      <pc:docMkLst>
        <pc:docMk/>
      </pc:docMkLst>
      <pc:sldChg chg="modSp">
        <pc:chgData name="Vadlamudi Venkata Sathwik" userId="S::sathwik1101@kgpian.iitkgp.ac.in::4b5e170e-0fa8-408c-9a70-c1d2ab41a580" providerId="AD" clId="Web-{55BBEDA4-E338-3A2A-2B20-09DAF982A642}" dt="2026-01-08T11:02:49.991" v="0" actId="1076"/>
        <pc:sldMkLst>
          <pc:docMk/>
          <pc:sldMk cId="0" sldId="259"/>
        </pc:sldMkLst>
        <pc:picChg chg="mod">
          <ac:chgData name="Vadlamudi Venkata Sathwik" userId="S::sathwik1101@kgpian.iitkgp.ac.in::4b5e170e-0fa8-408c-9a70-c1d2ab41a580" providerId="AD" clId="Web-{55BBEDA4-E338-3A2A-2B20-09DAF982A642}" dt="2026-01-08T11:02:49.991" v="0" actId="1076"/>
          <ac:picMkLst>
            <pc:docMk/>
            <pc:sldMk cId="0" sldId="259"/>
            <ac:picMk id="4" creationId="{0C5D8653-A67C-50F0-E0A4-44052B35AFE4}"/>
          </ac:picMkLst>
        </pc:picChg>
      </pc:sldChg>
    </pc:docChg>
  </pc:docChgLst>
  <pc:docChgLst>
    <pc:chgData name="Pampana Veda Anshu" userId="S::vedaanshu_p@kgpian.iitkgp.ac.in::b86b4bdb-4d6f-4113-9cce-639c024c2f2c" providerId="AD" clId="Web-{526CEB9E-3C39-8D09-4D6D-912E9656E56F}"/>
    <pc:docChg chg="modSld">
      <pc:chgData name="Pampana Veda Anshu" userId="S::vedaanshu_p@kgpian.iitkgp.ac.in::b86b4bdb-4d6f-4113-9cce-639c024c2f2c" providerId="AD" clId="Web-{526CEB9E-3C39-8D09-4D6D-912E9656E56F}" dt="2026-01-08T09:03:12.270" v="1" actId="1076"/>
      <pc:docMkLst>
        <pc:docMk/>
      </pc:docMkLst>
    </pc:docChg>
  </pc:docChgLst>
  <pc:docChgLst>
    <pc:chgData name="Thota Rithvik" userId="S::rikki010620@kgpian.iitkgp.ac.in::f23f492d-6b26-4720-b42d-37a602b855e1" providerId="AD" clId="Web-{1B1756DD-F7DE-7FF1-515B-6A62619ABDD2}"/>
    <pc:docChg chg="modSld">
      <pc:chgData name="Thota Rithvik" userId="S::rikki010620@kgpian.iitkgp.ac.in::f23f492d-6b26-4720-b42d-37a602b855e1" providerId="AD" clId="Web-{1B1756DD-F7DE-7FF1-515B-6A62619ABDD2}" dt="2026-01-08T09:04:14.331" v="0" actId="1076"/>
      <pc:docMkLst>
        <pc:docMk/>
      </pc:docMkLst>
    </pc:docChg>
  </pc:docChgLst>
  <pc:docChgLst>
    <pc:chgData name="Charniya Krish" userId="S::krishcharniya007@kgpian.iitkgp.ac.in::f3264d6d-a2a9-4a4a-b84e-5d7033734d1e" providerId="AD" clId="Web-{49E26FDD-E32E-3AD6-AE41-7CB14F8F3813}"/>
    <pc:docChg chg="modSld">
      <pc:chgData name="Charniya Krish" userId="S::krishcharniya007@kgpian.iitkgp.ac.in::f3264d6d-a2a9-4a4a-b84e-5d7033734d1e" providerId="AD" clId="Web-{49E26FDD-E32E-3AD6-AE41-7CB14F8F3813}" dt="2026-01-08T08:52:20.191" v="6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68b522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a568b522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48c4e13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48c4e13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8c4e13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8c4e13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8c4e13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8c4e13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8c4e1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8c4e1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48c4e13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48c4e13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648c4e13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648c4e13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48c4e13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648c4e13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48c4e13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48c4e13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648c4e13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648c4e13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48c4e13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648c4e13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648c4e13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648c4e13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648c4e13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648c4e13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648c4e130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648c4e130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48c4e13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48c4e130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48c4e13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648c4e13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648c4e13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648c4e13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09"/>
          <p:cNvSpPr/>
          <p:nvPr/>
        </p:nvSpPr>
        <p:spPr>
          <a:xfrm>
            <a:off x="0" y="6858"/>
            <a:ext cx="9144000" cy="92148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8" name="Google Shape;8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95" y="3372412"/>
            <a:ext cx="823430" cy="9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09"/>
          <p:cNvSpPr txBox="1"/>
          <p:nvPr/>
        </p:nvSpPr>
        <p:spPr>
          <a:xfrm>
            <a:off x="60307" y="4377574"/>
            <a:ext cx="294850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09"/>
          <p:cNvSpPr/>
          <p:nvPr/>
        </p:nvSpPr>
        <p:spPr>
          <a:xfrm>
            <a:off x="3102864" y="961791"/>
            <a:ext cx="58507" cy="407686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9"/>
          <p:cNvSpPr txBox="1"/>
          <p:nvPr/>
        </p:nvSpPr>
        <p:spPr>
          <a:xfrm>
            <a:off x="60307" y="2734763"/>
            <a:ext cx="304255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9"/>
          <p:cNvSpPr txBox="1">
            <a:spLocks noGrp="1"/>
          </p:cNvSpPr>
          <p:nvPr>
            <p:ph type="title"/>
          </p:nvPr>
        </p:nvSpPr>
        <p:spPr>
          <a:xfrm>
            <a:off x="0" y="6858"/>
            <a:ext cx="9144000" cy="92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109" title="logo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74" y="3397037"/>
            <a:ext cx="945550" cy="9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9"/>
          <p:cNvSpPr txBox="1"/>
          <p:nvPr/>
        </p:nvSpPr>
        <p:spPr>
          <a:xfrm>
            <a:off x="80486" y="1590668"/>
            <a:ext cx="2909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Ubiquitous Networked Systems Lab</a:t>
            </a:r>
            <a:endParaRPr sz="21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" name="Google Shape;15;p109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7942" t="34244" r="8185" b="38461"/>
          <a:stretch/>
        </p:blipFill>
        <p:spPr>
          <a:xfrm>
            <a:off x="79220" y="1028969"/>
            <a:ext cx="1725563" cy="5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1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497" cy="401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 Narrow"/>
              <a:buChar char="•"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" name="Google Shape;18;p111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" name="Google Shape;19;p111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pic>
        <p:nvPicPr>
          <p:cNvPr id="21" name="Google Shape;21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1075" y="4540075"/>
            <a:ext cx="453785" cy="507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1" title="logo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940" y="4553646"/>
            <a:ext cx="521084" cy="540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7"/>
          <p:cNvSpPr txBox="1">
            <a:spLocks noGrp="1"/>
          </p:cNvSpPr>
          <p:nvPr>
            <p:ph type="body" idx="1"/>
          </p:nvPr>
        </p:nvSpPr>
        <p:spPr>
          <a:xfrm>
            <a:off x="125451" y="777797"/>
            <a:ext cx="4389399" cy="400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27"/>
          <p:cNvSpPr txBox="1">
            <a:spLocks noGrp="1"/>
          </p:cNvSpPr>
          <p:nvPr>
            <p:ph type="body" idx="2"/>
          </p:nvPr>
        </p:nvSpPr>
        <p:spPr>
          <a:xfrm>
            <a:off x="4629150" y="777797"/>
            <a:ext cx="4328067" cy="400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27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" name="Google Shape;34;p12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27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28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2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2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28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" name="Google Shape;42;p128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28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9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6" name="Google Shape;46;p12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29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0"/>
          <p:cNvSpPr txBox="1">
            <a:spLocks noGrp="1"/>
          </p:cNvSpPr>
          <p:nvPr>
            <p:ph type="title"/>
          </p:nvPr>
        </p:nvSpPr>
        <p:spPr>
          <a:xfrm>
            <a:off x="629841" y="740569"/>
            <a:ext cx="2949178" cy="80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3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0"/>
          <p:cNvSpPr txBox="1"/>
          <p:nvPr/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TITLE OF THE SLIDE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0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1"/>
          <p:cNvSpPr txBox="1">
            <a:spLocks noGrp="1"/>
          </p:cNvSpPr>
          <p:nvPr>
            <p:ph type="title"/>
          </p:nvPr>
        </p:nvSpPr>
        <p:spPr>
          <a:xfrm>
            <a:off x="629841" y="740569"/>
            <a:ext cx="2949178" cy="80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3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31"/>
          <p:cNvSpPr txBox="1"/>
          <p:nvPr/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TITLE OF THE SLIDE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1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2"/>
          <p:cNvSpPr txBox="1">
            <a:spLocks noGrp="1"/>
          </p:cNvSpPr>
          <p:nvPr>
            <p:ph type="body" idx="1"/>
          </p:nvPr>
        </p:nvSpPr>
        <p:spPr>
          <a:xfrm rot="5400000">
            <a:off x="2534114" y="-1622502"/>
            <a:ext cx="4014440" cy="881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2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" name="Google Shape;63;p13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2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3"/>
          <p:cNvSpPr txBox="1">
            <a:spLocks noGrp="1"/>
          </p:cNvSpPr>
          <p:nvPr>
            <p:ph type="title"/>
          </p:nvPr>
        </p:nvSpPr>
        <p:spPr>
          <a:xfrm rot="5400000">
            <a:off x="5961678" y="1769603"/>
            <a:ext cx="3871652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33"/>
          <p:cNvSpPr txBox="1">
            <a:spLocks noGrp="1"/>
          </p:cNvSpPr>
          <p:nvPr>
            <p:ph type="body" idx="1"/>
          </p:nvPr>
        </p:nvSpPr>
        <p:spPr>
          <a:xfrm rot="5400000">
            <a:off x="1497356" y="-552290"/>
            <a:ext cx="3813107" cy="6556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33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3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6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497" cy="401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36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" name="Google Shape;72;p13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36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>
            <a:spLocks noGrp="1"/>
          </p:cNvSpPr>
          <p:nvPr>
            <p:ph type="title"/>
          </p:nvPr>
        </p:nvSpPr>
        <p:spPr>
          <a:xfrm>
            <a:off x="-1962" y="203663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>
              <a:buClr>
                <a:srgbClr val="FFFFFF"/>
              </a:buClr>
              <a:buSzPts val="3200"/>
              <a:buFont typeface="Calibri"/>
            </a:pPr>
            <a:r>
              <a:rPr lang="en" sz="240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Wireshark: a network traffic analysis tool</a:t>
            </a:r>
            <a:endParaRPr lang="en" sz="2400" i="0" u="none" strike="noStrike" cap="none">
              <a:latin typeface="Arial Narrow"/>
              <a:ea typeface="Arial Narrow"/>
              <a:cs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AA67A-623A-50A1-413A-061C0BCB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378" y="1287069"/>
            <a:ext cx="3367997" cy="3367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E2DB2-C71B-8E9D-57F0-EA82D86AF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815" y="1694066"/>
            <a:ext cx="2756685" cy="2756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68b52202_0_134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wireshark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D240F-4A94-88A7-B940-29A6A681F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853068"/>
            <a:ext cx="6673065" cy="3236047"/>
          </a:xfrm>
        </p:spPr>
        <p:txBody>
          <a:bodyPr/>
          <a:lstStyle/>
          <a:p>
            <a:r>
              <a:rPr lang="en-IN">
                <a:latin typeface="Times New Roman"/>
                <a:cs typeface="Times New Roman"/>
              </a:rPr>
              <a:t>Wireshark is a network packet/protocol </a:t>
            </a:r>
            <a:r>
              <a:rPr lang="en-IN" err="1">
                <a:latin typeface="Times New Roman"/>
                <a:cs typeface="Times New Roman"/>
              </a:rPr>
              <a:t>analyzer</a:t>
            </a:r>
            <a:r>
              <a:rPr lang="en-IN">
                <a:latin typeface="Times New Roman"/>
                <a:cs typeface="Times New Roman"/>
              </a:rPr>
              <a:t>   </a:t>
            </a:r>
            <a:endParaRPr lang="en-IN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Open source</a:t>
            </a:r>
          </a:p>
          <a:p>
            <a:r>
              <a:rPr lang="en-IN">
                <a:latin typeface="Times New Roman"/>
                <a:cs typeface="Times New Roman"/>
              </a:rPr>
              <a:t>Multi-platform</a:t>
            </a:r>
          </a:p>
          <a:p>
            <a:r>
              <a:rPr lang="en-IN">
                <a:latin typeface="Times New Roman"/>
                <a:cs typeface="Times New Roman"/>
              </a:rPr>
              <a:t>Deep inspection of packets</a:t>
            </a:r>
          </a:p>
          <a:p>
            <a:r>
              <a:rPr lang="en-IN">
                <a:latin typeface="Times New Roman"/>
                <a:cs typeface="Times New Roman"/>
              </a:rPr>
              <a:t>Live captures and offline analysis</a:t>
            </a:r>
          </a:p>
          <a:p>
            <a:r>
              <a:rPr lang="en-IN">
                <a:latin typeface="Times New Roman"/>
                <a:cs typeface="Times New Roman"/>
              </a:rPr>
              <a:t>Powerful display filters</a:t>
            </a:r>
          </a:p>
          <a:p>
            <a:pPr marL="101600" indent="0">
              <a:buNone/>
            </a:pPr>
            <a:endParaRPr lang="en-IN">
              <a:latin typeface="Times New Roman"/>
              <a:cs typeface="Times New Roman"/>
            </a:endParaRPr>
          </a:p>
          <a:p>
            <a:endParaRPr lang="en-IN"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48c4e130_0_4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Network administrators use it to troubleshoot network problems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security problem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Debug protocol implementation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Learn network protocol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Wireshark will not manipulate the things on the network; it will only measure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96" name="Google Shape;96;g3a648c4e130_0_4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Intended purpose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48c4e130_0_2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and installation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2DEAF-F446-E2B2-6DFA-B5E489C615FB}"/>
              </a:ext>
            </a:extLst>
          </p:cNvPr>
          <p:cNvSpPr txBox="1"/>
          <p:nvPr/>
        </p:nvSpPr>
        <p:spPr>
          <a:xfrm>
            <a:off x="57150" y="775698"/>
            <a:ext cx="4652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 the link below to download Wireshark: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https://www.wireshark.org/download.html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D8653-A67C-50F0-E0A4-44052B35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88" y="890946"/>
            <a:ext cx="4443573" cy="3367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C8384C-19EF-CDDD-BBE1-B5E65A99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41" y="1566809"/>
            <a:ext cx="4077072" cy="303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648c4e130_0_45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136" name="Google Shape;136;g3a648c4e130_0_45"/>
          <p:cNvSpPr txBox="1">
            <a:spLocks noGrp="1"/>
          </p:cNvSpPr>
          <p:nvPr>
            <p:ph type="title"/>
          </p:nvPr>
        </p:nvSpPr>
        <p:spPr>
          <a:xfrm>
            <a:off x="269575" y="-640122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interface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42E6A-4042-1AA1-4562-E842FD18B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048" y="811212"/>
            <a:ext cx="5954223" cy="4088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648c4e130_0_39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29" name="Google Shape;129;g3a648c4e130_0_3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interface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F4988-E9EE-04CD-5E37-16556697F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05" y="1283765"/>
            <a:ext cx="8588739" cy="28957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147A1D-24F7-BA48-7C96-2930ACBE4A51}"/>
              </a:ext>
            </a:extLst>
          </p:cNvPr>
          <p:cNvSpPr/>
          <p:nvPr/>
        </p:nvSpPr>
        <p:spPr>
          <a:xfrm>
            <a:off x="378505" y="3935900"/>
            <a:ext cx="2095928" cy="1695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5D2D5E-742A-B836-468B-FE78E4C06F78}"/>
              </a:ext>
            </a:extLst>
          </p:cNvPr>
          <p:cNvCxnSpPr/>
          <p:nvPr/>
        </p:nvCxnSpPr>
        <p:spPr>
          <a:xfrm flipH="1">
            <a:off x="2489038" y="3541892"/>
            <a:ext cx="2517169" cy="9452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FDEADD2-E632-5D06-6DDD-8BFDBDE334A3}"/>
              </a:ext>
            </a:extLst>
          </p:cNvPr>
          <p:cNvSpPr txBox="1"/>
          <p:nvPr/>
        </p:nvSpPr>
        <p:spPr>
          <a:xfrm>
            <a:off x="4931596" y="3375060"/>
            <a:ext cx="1787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48c4e130_0_5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statistics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08704-D8A5-DD7A-7363-596ADA1D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" y="649021"/>
            <a:ext cx="7700480" cy="41353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98C8F9-61B2-D618-D5B5-AF746EB8201E}"/>
              </a:ext>
            </a:extLst>
          </p:cNvPr>
          <p:cNvSpPr/>
          <p:nvPr/>
        </p:nvSpPr>
        <p:spPr>
          <a:xfrm>
            <a:off x="5409344" y="4618234"/>
            <a:ext cx="775699" cy="236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235218-823E-A579-06F9-60768EE1065D}"/>
              </a:ext>
            </a:extLst>
          </p:cNvPr>
          <p:cNvCxnSpPr>
            <a:cxnSpLocks/>
          </p:cNvCxnSpPr>
          <p:nvPr/>
        </p:nvCxnSpPr>
        <p:spPr>
          <a:xfrm>
            <a:off x="5774076" y="4094251"/>
            <a:ext cx="0" cy="5291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4E3ECD-B02A-7182-92FF-810C342890E7}"/>
              </a:ext>
            </a:extLst>
          </p:cNvPr>
          <p:cNvSpPr txBox="1"/>
          <p:nvPr/>
        </p:nvSpPr>
        <p:spPr>
          <a:xfrm>
            <a:off x="4726113" y="3791163"/>
            <a:ext cx="29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packets captured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48c4e130_0_5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conversations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A8AA28-2772-6BA4-B6EF-639CA23288F2}"/>
              </a:ext>
            </a:extLst>
          </p:cNvPr>
          <p:cNvSpPr txBox="1"/>
          <p:nvPr/>
        </p:nvSpPr>
        <p:spPr>
          <a:xfrm>
            <a:off x="184934" y="642134"/>
            <a:ext cx="698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 to statistics in the command menus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 statistics, go to conversations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634C0-83A3-5F93-B115-60998D50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3" y="1337108"/>
            <a:ext cx="7577191" cy="34886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48c4e130_0_70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Packet filtering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3EE31-E5A6-F7B5-D9AC-6BC7E03C5B04}"/>
              </a:ext>
            </a:extLst>
          </p:cNvPr>
          <p:cNvSpPr txBox="1"/>
          <p:nvPr/>
        </p:nvSpPr>
        <p:spPr>
          <a:xfrm>
            <a:off x="92468" y="611312"/>
            <a:ext cx="5399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Type ‘HTTP’ in the display filter and enter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1B6B3-9810-3115-B5BA-10A0D3BBA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" y="987354"/>
            <a:ext cx="7371708" cy="3826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25598D-9256-6514-26EC-5CDB85CA3D01}"/>
              </a:ext>
            </a:extLst>
          </p:cNvPr>
          <p:cNvSpPr/>
          <p:nvPr/>
        </p:nvSpPr>
        <p:spPr>
          <a:xfrm>
            <a:off x="200346" y="1248310"/>
            <a:ext cx="477748" cy="113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988983-63F6-A053-D276-00BAB9798581}"/>
              </a:ext>
            </a:extLst>
          </p:cNvPr>
          <p:cNvCxnSpPr>
            <a:cxnSpLocks/>
          </p:cNvCxnSpPr>
          <p:nvPr/>
        </p:nvCxnSpPr>
        <p:spPr>
          <a:xfrm>
            <a:off x="765425" y="1104472"/>
            <a:ext cx="0" cy="2157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7E651F-1FD2-4F34-F572-033ECE9FB584}"/>
              </a:ext>
            </a:extLst>
          </p:cNvPr>
          <p:cNvSpPr txBox="1"/>
          <p:nvPr/>
        </p:nvSpPr>
        <p:spPr>
          <a:xfrm>
            <a:off x="457201" y="873303"/>
            <a:ext cx="1587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filter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48c4e130_0_91"/>
          <p:cNvSpPr txBox="1">
            <a:spLocks noGrp="1"/>
          </p:cNvSpPr>
          <p:nvPr>
            <p:ph type="body" idx="1"/>
          </p:nvPr>
        </p:nvSpPr>
        <p:spPr>
          <a:xfrm>
            <a:off x="242453" y="567427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Select the HTTP packet and right-click</a:t>
            </a: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Go to the ‘Follow’ option and then click on HTTP stream</a:t>
            </a: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lang="en-IN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b="1"/>
          </a:p>
        </p:txBody>
      </p:sp>
      <p:sp>
        <p:nvSpPr>
          <p:cNvPr id="191" name="Google Shape;191;g3a648c4e130_0_9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Packet filtering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95F00-CDEB-AC76-D64C-78115CFC6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593" y="1380009"/>
            <a:ext cx="5120335" cy="3537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48c4e130_0_96"/>
          <p:cNvSpPr txBox="1">
            <a:spLocks noGrp="1"/>
          </p:cNvSpPr>
          <p:nvPr>
            <p:ph type="body" idx="1"/>
          </p:nvPr>
        </p:nvSpPr>
        <p:spPr>
          <a:xfrm>
            <a:off x="118654" y="683545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Click on     sign on the right-hand side of the display filter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198" name="Google Shape;198;g3a648c4e130_0_9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filter button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3B4B8-8781-5940-6B16-D6CC735C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20" y="191139"/>
            <a:ext cx="6837452" cy="3605785"/>
          </a:xfrm>
          <a:prstGeom prst="rect">
            <a:avLst/>
          </a:prstGeom>
        </p:spPr>
      </p:pic>
      <p:sp>
        <p:nvSpPr>
          <p:cNvPr id="4" name="Plus Sign 3">
            <a:extLst>
              <a:ext uri="{FF2B5EF4-FFF2-40B4-BE49-F238E27FC236}">
                <a16:creationId xmlns:a16="http://schemas.microsoft.com/office/drawing/2014/main" id="{D62A538D-469A-356D-8363-BC98BC048F7B}"/>
              </a:ext>
            </a:extLst>
          </p:cNvPr>
          <p:cNvSpPr/>
          <p:nvPr/>
        </p:nvSpPr>
        <p:spPr>
          <a:xfrm>
            <a:off x="955496" y="914400"/>
            <a:ext cx="246580" cy="226032"/>
          </a:xfrm>
          <a:prstGeom prst="mathPlu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CA653-36F5-519A-FC8D-7DA4EBFCF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IN" err="1"/>
              <a:t>ip.src</a:t>
            </a:r>
            <a:r>
              <a:rPr lang="en-IN"/>
              <a:t>==10.5.20.248</a:t>
            </a:r>
          </a:p>
          <a:p>
            <a:pPr marL="101600" indent="0">
              <a:buNone/>
            </a:pPr>
            <a:r>
              <a:rPr lang="en-IN" err="1"/>
              <a:t>ip.addr</a:t>
            </a:r>
            <a:r>
              <a:rPr lang="en-IN"/>
              <a:t>==10.5.20.248 &amp;&amp; </a:t>
            </a:r>
            <a:r>
              <a:rPr lang="en-IN" err="1"/>
              <a:t>ip.addr</a:t>
            </a:r>
            <a:r>
              <a:rPr lang="en-IN"/>
              <a:t>==172.16.1.164</a:t>
            </a:r>
          </a:p>
          <a:p>
            <a:pPr marL="101600" indent="0">
              <a:buNone/>
            </a:pPr>
            <a:r>
              <a:rPr lang="en-IN" err="1"/>
              <a:t>Tcp.port</a:t>
            </a:r>
            <a:r>
              <a:rPr lang="en-IN"/>
              <a:t>==80</a:t>
            </a:r>
          </a:p>
          <a:p>
            <a:pPr marL="101600" indent="0">
              <a:buNone/>
            </a:pPr>
            <a:r>
              <a:rPr lang="en-IN" err="1"/>
              <a:t>Tcp.port</a:t>
            </a:r>
            <a:r>
              <a:rPr lang="en-IN"/>
              <a:t>==80 || </a:t>
            </a:r>
            <a:r>
              <a:rPr lang="en-IN" err="1"/>
              <a:t>tcp.port</a:t>
            </a:r>
            <a:r>
              <a:rPr lang="en-IN"/>
              <a:t> ==3389</a:t>
            </a:r>
          </a:p>
          <a:p>
            <a:pPr marL="101600" indent="0">
              <a:buNone/>
            </a:pPr>
            <a:r>
              <a:rPr lang="en-IN"/>
              <a:t>(</a:t>
            </a:r>
            <a:r>
              <a:rPr lang="en-IN" err="1"/>
              <a:t>ip.addr</a:t>
            </a:r>
            <a:r>
              <a:rPr lang="en-IN"/>
              <a:t>==10.5.20.248 &amp;&amp; </a:t>
            </a:r>
            <a:r>
              <a:rPr lang="en-IN" err="1"/>
              <a:t>ip.addr</a:t>
            </a:r>
            <a:r>
              <a:rPr lang="en-IN"/>
              <a:t>==172.16.1.164) &amp;&amp;(</a:t>
            </a:r>
            <a:r>
              <a:rPr lang="en-IN" err="1"/>
              <a:t>tcp.port</a:t>
            </a:r>
            <a:r>
              <a:rPr lang="en-IN"/>
              <a:t>==445||</a:t>
            </a:r>
            <a:r>
              <a:rPr lang="en-IN" err="1"/>
              <a:t>tcp.port</a:t>
            </a:r>
            <a:r>
              <a:rPr lang="en-IN"/>
              <a:t>==139)</a:t>
            </a:r>
          </a:p>
          <a:p>
            <a:pPr marL="101600" indent="0">
              <a:buNone/>
            </a:pPr>
            <a:r>
              <a:rPr lang="en-IN"/>
              <a:t>(</a:t>
            </a:r>
            <a:r>
              <a:rPr lang="en-IN" err="1"/>
              <a:t>ip.addr</a:t>
            </a:r>
            <a:r>
              <a:rPr lang="en-IN"/>
              <a:t>==10.5.20.248 &amp;&amp; </a:t>
            </a:r>
            <a:r>
              <a:rPr lang="en-IN" err="1"/>
              <a:t>ip.addr</a:t>
            </a:r>
            <a:r>
              <a:rPr lang="en-IN"/>
              <a:t>==172.16.1.164) &amp;&amp;(</a:t>
            </a:r>
            <a:r>
              <a:rPr lang="en-IN" err="1"/>
              <a:t>udp.port</a:t>
            </a:r>
            <a:r>
              <a:rPr lang="en-IN"/>
              <a:t>==67||</a:t>
            </a:r>
            <a:r>
              <a:rPr lang="en-IN" err="1"/>
              <a:t>udp.port</a:t>
            </a:r>
            <a:r>
              <a:rPr lang="en-IN"/>
              <a:t>==68)</a:t>
            </a:r>
          </a:p>
          <a:p>
            <a:pPr marL="101600" indent="0">
              <a:buNone/>
            </a:pPr>
            <a:endParaRPr lang="en-IN"/>
          </a:p>
          <a:p>
            <a:pPr marL="101600" indent="0">
              <a:buNone/>
            </a:pPr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602A63-ED6A-19AF-59E8-019DD264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Display filter example</a:t>
            </a:r>
          </a:p>
        </p:txBody>
      </p:sp>
    </p:spTree>
    <p:extLst>
      <p:ext uri="{BB962C8B-B14F-4D97-AF65-F5344CB8AC3E}">
        <p14:creationId xmlns:p14="http://schemas.microsoft.com/office/powerpoint/2010/main" val="203456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48c4e130_0_102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2290635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IN"/>
              <a:t>Go to the ‘Edit’ in the command menus</a:t>
            </a:r>
          </a:p>
          <a:p>
            <a:pPr marL="342900" indent="-342900"/>
            <a:r>
              <a:rPr lang="en-IN"/>
              <a:t>Under ‘Edit’,  click on Preferences </a:t>
            </a:r>
          </a:p>
          <a:p>
            <a:pPr marL="342900" indent="-342900"/>
            <a:r>
              <a:rPr lang="en-IN"/>
              <a:t>Click on the layout </a:t>
            </a:r>
            <a:endParaRPr/>
          </a:p>
        </p:txBody>
      </p:sp>
      <p:sp>
        <p:nvSpPr>
          <p:cNvPr id="204" name="Google Shape;204;g3a648c4e130_0_10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change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48E06-0377-6D6A-E592-19D671FA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757" y="816433"/>
            <a:ext cx="6529227" cy="3507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648c4e130_0_107"/>
          <p:cNvSpPr txBox="1">
            <a:spLocks noGrp="1"/>
          </p:cNvSpPr>
          <p:nvPr>
            <p:ph type="body" idx="1"/>
          </p:nvPr>
        </p:nvSpPr>
        <p:spPr>
          <a:xfrm>
            <a:off x="239705" y="811793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a648c4e130_0_10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packets-Ethernet frame example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207382-0D05-C2E3-8670-9C4BB106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6" y="927418"/>
            <a:ext cx="8640566" cy="33066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648c4e130_0_117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a648c4e130_0_11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err="1"/>
              <a:t>Analyzing</a:t>
            </a:r>
            <a:r>
              <a:rPr lang="en-IN"/>
              <a:t> packets-IP header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BC87C-93B9-C038-6270-984258AA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46" y="957075"/>
            <a:ext cx="8796661" cy="2762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2FC920-A3F9-EAF5-C46C-8C3575EEF6F4}"/>
              </a:ext>
            </a:extLst>
          </p:cNvPr>
          <p:cNvSpPr/>
          <p:nvPr/>
        </p:nvSpPr>
        <p:spPr>
          <a:xfrm>
            <a:off x="236306" y="2342508"/>
            <a:ext cx="3904179" cy="12277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648c4e130_0_112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648c4e130_0_11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TCP header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60132-0DC1-A333-BC68-B51F2055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0" y="842339"/>
            <a:ext cx="9020710" cy="35067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70FBFF-195C-D6B5-367E-F5CA2C1287AC}"/>
              </a:ext>
            </a:extLst>
          </p:cNvPr>
          <p:cNvSpPr/>
          <p:nvPr/>
        </p:nvSpPr>
        <p:spPr>
          <a:xfrm>
            <a:off x="107879" y="2434975"/>
            <a:ext cx="3030876" cy="19264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648c4e130_0_123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a648c4e130_0_123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TCP handshaking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35489E-E9A2-D477-5BC1-BF8CE6D7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3" y="688132"/>
            <a:ext cx="7792948" cy="417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648c4e130_0_131"/>
          <p:cNvSpPr txBox="1">
            <a:spLocks noGrp="1"/>
          </p:cNvSpPr>
          <p:nvPr>
            <p:ph type="body" idx="1"/>
          </p:nvPr>
        </p:nvSpPr>
        <p:spPr>
          <a:xfrm>
            <a:off x="239700" y="731575"/>
            <a:ext cx="8664600" cy="41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Before any data transfer, TCP establish a connection</a:t>
            </a:r>
          </a:p>
          <a:p>
            <a:pPr marL="342900" indent="-34290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One TCP entity is waiting for a connection (“Server”)</a:t>
            </a:r>
          </a:p>
          <a:p>
            <a:pPr marL="342900" indent="-342900"/>
            <a:r>
              <a:rPr lang="en-IN">
                <a:latin typeface="Times New Roman"/>
                <a:cs typeface="Times New Roman"/>
              </a:rPr>
              <a:t>The other TCP entity (“Client”) contacts the server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a648c4e130_0_13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Connection-oriented service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036CE-AB1E-AD92-72D9-4B9D76A69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97" y="2116477"/>
            <a:ext cx="6112356" cy="2707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648c4e130_0_136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242" name="Google Shape;242;g3a648c4e130_0_13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Hierarchy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4F864-FD68-6965-93B1-526466854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67" y="694433"/>
            <a:ext cx="7993295" cy="41820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9A37A8-5954-9711-658A-FCFC25D8A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219" y="483198"/>
            <a:ext cx="8664497" cy="401237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Go to statistics and then select I/O Graphs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 tool</a:t>
            </a:r>
          </a:p>
          <a:p>
            <a:pPr marL="10160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9E426-93C0-CE14-3D30-51F5F2B5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Packet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DEEE5-7184-063D-34A4-EEB80955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0" y="1375181"/>
            <a:ext cx="7330611" cy="348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80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6093-258D-97EF-086E-2FCD14B0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Couldn't understand a bit</a:t>
            </a:r>
          </a:p>
        </p:txBody>
      </p:sp>
    </p:spTree>
    <p:extLst>
      <p:ext uri="{BB962C8B-B14F-4D97-AF65-F5344CB8AC3E}">
        <p14:creationId xmlns:p14="http://schemas.microsoft.com/office/powerpoint/2010/main" val="91006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29A87FD521244DBB1E5B26D0F27C3B" ma:contentTypeVersion="3" ma:contentTypeDescription="Create a new document." ma:contentTypeScope="" ma:versionID="aced86a6e61cfa794fc81971239215b1">
  <xsd:schema xmlns:xsd="http://www.w3.org/2001/XMLSchema" xmlns:xs="http://www.w3.org/2001/XMLSchema" xmlns:p="http://schemas.microsoft.com/office/2006/metadata/properties" xmlns:ns2="ebce6c35-d940-499f-9365-1d90fb37130a" targetNamespace="http://schemas.microsoft.com/office/2006/metadata/properties" ma:root="true" ma:fieldsID="d7bd5a3c167be2637a1dc64ed692ae73" ns2:_="">
    <xsd:import namespace="ebce6c35-d940-499f-9365-1d90fb3713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e6c35-d940-499f-9365-1d90fb3713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1AE169-F5F6-453D-A5A5-36CA332B3A3D}">
  <ds:schemaRefs>
    <ds:schemaRef ds:uri="ebce6c35-d940-499f-9365-1d90fb3713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E8300E3-0AA4-4A86-8B35-9417B601E47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669FFEB-34FE-413E-A038-3414A530DB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Wireshark: a network traffic analysis tool</vt:lpstr>
      <vt:lpstr>What is wireshark</vt:lpstr>
      <vt:lpstr>Intended purpose</vt:lpstr>
      <vt:lpstr>Download and installation</vt:lpstr>
      <vt:lpstr>Wireshark interface</vt:lpstr>
      <vt:lpstr>Wireshark interface</vt:lpstr>
      <vt:lpstr>Packet statistics</vt:lpstr>
      <vt:lpstr>Packet conversations</vt:lpstr>
      <vt:lpstr>Packet filtering</vt:lpstr>
      <vt:lpstr>Packet filtering</vt:lpstr>
      <vt:lpstr>How to create filter button</vt:lpstr>
      <vt:lpstr>Display filter example</vt:lpstr>
      <vt:lpstr>Layout change</vt:lpstr>
      <vt:lpstr>Analyzing packets-Ethernet frame example</vt:lpstr>
      <vt:lpstr>Analyzing packets-IP header</vt:lpstr>
      <vt:lpstr>Analyzing TCP header</vt:lpstr>
      <vt:lpstr>Analyzing TCP handshaking</vt:lpstr>
      <vt:lpstr>Connection-oriented service</vt:lpstr>
      <vt:lpstr>Protocol Hierarchy</vt:lpstr>
      <vt:lpstr>Packet Statistics</vt:lpstr>
      <vt:lpstr>Couldn't understand a bit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Suvrima Datta</dc:creator>
  <cp:revision>2</cp:revision>
  <dcterms:modified xsi:type="dcterms:W3CDTF">2026-01-08T15:01:07Z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0x0101006229A87FD521244DBB1E5B26D0F27C3B</vt:lpwstr>
  </property>
</Properties>
</file>